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3.jpg" ContentType="image/jp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9" r:id="rId7"/>
    <p:sldId id="263" r:id="rId8"/>
    <p:sldId id="270" r:id="rId9"/>
    <p:sldId id="271" r:id="rId10"/>
    <p:sldId id="268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/ZSpQfJIE0zgV/D9/u7Mrf1bG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 autoAdjust="0"/>
    <p:restoredTop sz="94664"/>
  </p:normalViewPr>
  <p:slideViewPr>
    <p:cSldViewPr snapToGrid="0">
      <p:cViewPr varScale="1">
        <p:scale>
          <a:sx n="108" d="100"/>
          <a:sy n="108" d="100"/>
        </p:scale>
        <p:origin x="240" y="2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813F5EC6-F2F7-ADF1-9AF5-48132FB1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>
            <a:extLst>
              <a:ext uri="{FF2B5EF4-FFF2-40B4-BE49-F238E27FC236}">
                <a16:creationId xmlns:a16="http://schemas.microsoft.com/office/drawing/2014/main" id="{3B6E06C0-578A-2F06-3956-AF6617EA7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>
            <a:extLst>
              <a:ext uri="{FF2B5EF4-FFF2-40B4-BE49-F238E27FC236}">
                <a16:creationId xmlns:a16="http://schemas.microsoft.com/office/drawing/2014/main" id="{875C5659-20E8-607A-57BB-CE16567AC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5047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93800D3C-EB56-2A71-5AE9-CC977961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>
            <a:extLst>
              <a:ext uri="{FF2B5EF4-FFF2-40B4-BE49-F238E27FC236}">
                <a16:creationId xmlns:a16="http://schemas.microsoft.com/office/drawing/2014/main" id="{74B57555-D275-ACFB-F788-0A7E89C35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8:notes">
            <a:extLst>
              <a:ext uri="{FF2B5EF4-FFF2-40B4-BE49-F238E27FC236}">
                <a16:creationId xmlns:a16="http://schemas.microsoft.com/office/drawing/2014/main" id="{6F4C5401-95D9-230A-0BAF-88F30CA77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>
            <a:extLst>
              <a:ext uri="{FF2B5EF4-FFF2-40B4-BE49-F238E27FC236}">
                <a16:creationId xmlns:a16="http://schemas.microsoft.com/office/drawing/2014/main" id="{BB5E8CEA-DC0E-3326-302D-232DE6FC5F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97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2E49470C-EFD4-0CB7-1798-08E83F2F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>
            <a:extLst>
              <a:ext uri="{FF2B5EF4-FFF2-40B4-BE49-F238E27FC236}">
                <a16:creationId xmlns:a16="http://schemas.microsoft.com/office/drawing/2014/main" id="{1D862216-3EE5-4975-4111-571A474A6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8:notes">
            <a:extLst>
              <a:ext uri="{FF2B5EF4-FFF2-40B4-BE49-F238E27FC236}">
                <a16:creationId xmlns:a16="http://schemas.microsoft.com/office/drawing/2014/main" id="{917A7B8E-5872-3D9E-B535-C89C3AF73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>
            <a:extLst>
              <a:ext uri="{FF2B5EF4-FFF2-40B4-BE49-F238E27FC236}">
                <a16:creationId xmlns:a16="http://schemas.microsoft.com/office/drawing/2014/main" id="{A2A82283-50B3-0400-A1DD-CB61D912D4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989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2398857" y="397890"/>
            <a:ext cx="7394285" cy="70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2237894" y="1561353"/>
            <a:ext cx="8115300" cy="245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IN"/>
              <a:t>ITA0640</a:t>
            </a:r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9535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9535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9535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9535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9535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89535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9535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89535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89535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6095927" y="4324615"/>
            <a:ext cx="6983633" cy="16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171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Presented by: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algn="ctr">
              <a:spcBef>
                <a:spcPts val="520"/>
              </a:spcBef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VIJAY ANAND V (192413029)</a:t>
            </a:r>
            <a:b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 AZEEZ S</a:t>
            </a:r>
            <a:r>
              <a:rPr lang="en-US" sz="24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192413012</a:t>
            </a:r>
            <a:r>
              <a:rPr lang="en-US" sz="2400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</a:p>
          <a:p>
            <a:pPr marL="12700" lvl="0" indent="0" algn="ctr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 PRASAD L S (192413023)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04800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3194" y="238135"/>
            <a:ext cx="1520113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>
            <a:spLocks noGrp="1"/>
          </p:cNvSpPr>
          <p:nvPr>
            <p:ph type="body" idx="1"/>
          </p:nvPr>
        </p:nvSpPr>
        <p:spPr>
          <a:xfrm>
            <a:off x="1594172" y="1446761"/>
            <a:ext cx="9573106" cy="374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975" rIns="0" bIns="0" anchor="t" anchorCtr="0">
            <a:spAutoFit/>
          </a:bodyPr>
          <a:lstStyle/>
          <a:p>
            <a:pPr marL="0" marR="813435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Capstone project presentation</a:t>
            </a:r>
            <a:endParaRPr dirty="0"/>
          </a:p>
          <a:p>
            <a:pPr marL="0" marR="813435" lvl="0" indent="0" algn="ctr" rtl="0">
              <a:spcBef>
                <a:spcPts val="1055"/>
              </a:spcBef>
              <a:spcAft>
                <a:spcPts val="0"/>
              </a:spcAft>
              <a:buNone/>
            </a:pPr>
            <a:r>
              <a:rPr lang="en-IN" b="1" dirty="0"/>
              <a:t>Vision-Based Driver Drowsiness Detection Using Python and </a:t>
            </a:r>
            <a:r>
              <a:rPr lang="en-IN" b="1" dirty="0" err="1"/>
              <a:t>MediaPipe</a:t>
            </a:r>
            <a:r>
              <a:rPr lang="en-IN" b="1" dirty="0"/>
              <a:t> with ESP32-CAM Controlled Relay, Motor, Buzzer and TFT Display System</a:t>
            </a:r>
          </a:p>
          <a:p>
            <a:pPr marL="0" marR="813435" lvl="0" indent="0" algn="ctr" rtl="0">
              <a:spcBef>
                <a:spcPts val="1055"/>
              </a:spcBef>
              <a:spcAft>
                <a:spcPts val="0"/>
              </a:spcAft>
              <a:buNone/>
            </a:pPr>
            <a:b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EEA-3101 </a:t>
            </a:r>
            <a:r>
              <a:rPr lang="en-IN" sz="2400" dirty="0"/>
              <a:t>ELECTRIC VEHICLE TECHNOLOGY FOR INDUSTRIAL INNOVATION</a:t>
            </a:r>
            <a:endParaRPr lang="en-IN" sz="2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070352" y="4499140"/>
            <a:ext cx="2522855" cy="116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 :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algn="ctr">
              <a:lnSpc>
                <a:spcPct val="150000"/>
              </a:lnSpc>
              <a:spcBef>
                <a:spcPts val="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Padmakala</a:t>
            </a: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2514661" y="600497"/>
            <a:ext cx="6839987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123315" marR="5080" lvl="0" indent="-1111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SAVEETHA INSTITUTE OF MEDICAL AND TECHNICAL SCIENCES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6C8A62-D133-3AC7-0EF9-DA3C0703D6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ITA0640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CC2F8-0601-3A4F-CEAB-7FC39F5683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1284" y="5393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995584" y="6253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" name="Text 2"/>
          <p:cNvSpPr/>
          <p:nvPr/>
        </p:nvSpPr>
        <p:spPr>
          <a:xfrm>
            <a:off x="4452784" y="396716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Challenge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452784" y="625316"/>
            <a:ext cx="5055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400050" y="14097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1" name="Shape 6"/>
          <p:cNvSpPr/>
          <p:nvPr/>
        </p:nvSpPr>
        <p:spPr>
          <a:xfrm>
            <a:off x="6477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771525" y="1790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3584" y="7188"/>
                </a:moveTo>
                <a:lnTo>
                  <a:pt x="103584" y="-14243"/>
                </a:lnTo>
                <a:cubicBezTo>
                  <a:pt x="103584" y="-20181"/>
                  <a:pt x="98807" y="-24958"/>
                  <a:pt x="92869" y="-24958"/>
                </a:cubicBezTo>
                <a:cubicBezTo>
                  <a:pt x="86931" y="-24958"/>
                  <a:pt x="82153" y="-20181"/>
                  <a:pt x="82153" y="-14243"/>
                </a:cubicBezTo>
                <a:lnTo>
                  <a:pt x="82153" y="7188"/>
                </a:lnTo>
                <a:cubicBezTo>
                  <a:pt x="82153" y="13127"/>
                  <a:pt x="86931" y="17904"/>
                  <a:pt x="92869" y="17904"/>
                </a:cubicBezTo>
                <a:cubicBezTo>
                  <a:pt x="98807" y="17904"/>
                  <a:pt x="103584" y="13127"/>
                  <a:pt x="103584" y="7188"/>
                </a:cubicBezTo>
                <a:close/>
                <a:moveTo>
                  <a:pt x="14288" y="75054"/>
                </a:moveTo>
                <a:lnTo>
                  <a:pt x="35719" y="75054"/>
                </a:lnTo>
                <a:cubicBezTo>
                  <a:pt x="41657" y="75054"/>
                  <a:pt x="46434" y="70277"/>
                  <a:pt x="46434" y="64338"/>
                </a:cubicBezTo>
                <a:cubicBezTo>
                  <a:pt x="46434" y="58400"/>
                  <a:pt x="41657" y="53623"/>
                  <a:pt x="35719" y="53623"/>
                </a:cubicBezTo>
                <a:lnTo>
                  <a:pt x="14288" y="53623"/>
                </a:lnTo>
                <a:cubicBezTo>
                  <a:pt x="8349" y="53623"/>
                  <a:pt x="3572" y="58400"/>
                  <a:pt x="3572" y="64338"/>
                </a:cubicBezTo>
                <a:cubicBezTo>
                  <a:pt x="3572" y="70277"/>
                  <a:pt x="8349" y="75054"/>
                  <a:pt x="14288" y="75054"/>
                </a:cubicBezTo>
                <a:close/>
                <a:moveTo>
                  <a:pt x="125685" y="31522"/>
                </a:moveTo>
                <a:cubicBezTo>
                  <a:pt x="129882" y="35719"/>
                  <a:pt x="136669" y="35719"/>
                  <a:pt x="140821" y="31522"/>
                </a:cubicBezTo>
                <a:lnTo>
                  <a:pt x="155957" y="16386"/>
                </a:lnTo>
                <a:cubicBezTo>
                  <a:pt x="160154" y="12189"/>
                  <a:pt x="160154" y="5402"/>
                  <a:pt x="155957" y="1250"/>
                </a:cubicBezTo>
                <a:cubicBezTo>
                  <a:pt x="151760" y="-2902"/>
                  <a:pt x="144973" y="-2947"/>
                  <a:pt x="140821" y="1250"/>
                </a:cubicBezTo>
                <a:lnTo>
                  <a:pt x="125685" y="16341"/>
                </a:lnTo>
                <a:cubicBezTo>
                  <a:pt x="121488" y="20538"/>
                  <a:pt x="121488" y="27325"/>
                  <a:pt x="125685" y="31477"/>
                </a:cubicBezTo>
                <a:close/>
                <a:moveTo>
                  <a:pt x="44872" y="127516"/>
                </a:moveTo>
                <a:lnTo>
                  <a:pt x="60008" y="112380"/>
                </a:lnTo>
                <a:cubicBezTo>
                  <a:pt x="64204" y="108183"/>
                  <a:pt x="64204" y="101397"/>
                  <a:pt x="60008" y="97244"/>
                </a:cubicBezTo>
                <a:cubicBezTo>
                  <a:pt x="55811" y="93092"/>
                  <a:pt x="49024" y="93047"/>
                  <a:pt x="44872" y="97244"/>
                </a:cubicBezTo>
                <a:lnTo>
                  <a:pt x="29736" y="112335"/>
                </a:lnTo>
                <a:cubicBezTo>
                  <a:pt x="25539" y="116532"/>
                  <a:pt x="25539" y="123319"/>
                  <a:pt x="29736" y="127471"/>
                </a:cubicBezTo>
                <a:cubicBezTo>
                  <a:pt x="33933" y="131624"/>
                  <a:pt x="40719" y="131668"/>
                  <a:pt x="44872" y="127471"/>
                </a:cubicBezTo>
                <a:close/>
                <a:moveTo>
                  <a:pt x="29736" y="1206"/>
                </a:moveTo>
                <a:cubicBezTo>
                  <a:pt x="25539" y="5402"/>
                  <a:pt x="25539" y="12189"/>
                  <a:pt x="29736" y="16341"/>
                </a:cubicBezTo>
                <a:lnTo>
                  <a:pt x="44872" y="31477"/>
                </a:lnTo>
                <a:cubicBezTo>
                  <a:pt x="49069" y="35674"/>
                  <a:pt x="55855" y="35674"/>
                  <a:pt x="60008" y="31477"/>
                </a:cubicBezTo>
                <a:cubicBezTo>
                  <a:pt x="64160" y="27280"/>
                  <a:pt x="64204" y="20494"/>
                  <a:pt x="60008" y="16341"/>
                </a:cubicBezTo>
                <a:lnTo>
                  <a:pt x="44872" y="1206"/>
                </a:lnTo>
                <a:cubicBezTo>
                  <a:pt x="40675" y="-2991"/>
                  <a:pt x="33933" y="-2991"/>
                  <a:pt x="29736" y="1206"/>
                </a:cubicBezTo>
                <a:close/>
                <a:moveTo>
                  <a:pt x="157564" y="78313"/>
                </a:moveTo>
                <a:lnTo>
                  <a:pt x="225475" y="96530"/>
                </a:lnTo>
                <a:cubicBezTo>
                  <a:pt x="228332" y="97289"/>
                  <a:pt x="230431" y="99789"/>
                  <a:pt x="230743" y="102736"/>
                </a:cubicBezTo>
                <a:lnTo>
                  <a:pt x="233958" y="135776"/>
                </a:lnTo>
                <a:lnTo>
                  <a:pt x="130597" y="108094"/>
                </a:lnTo>
                <a:lnTo>
                  <a:pt x="149885" y="81082"/>
                </a:lnTo>
                <a:cubicBezTo>
                  <a:pt x="151626" y="78671"/>
                  <a:pt x="154662" y="77554"/>
                  <a:pt x="157564" y="78313"/>
                </a:cubicBezTo>
                <a:close/>
                <a:moveTo>
                  <a:pt x="99834" y="102022"/>
                </a:moveTo>
                <a:lnTo>
                  <a:pt x="98896" y="103316"/>
                </a:lnTo>
                <a:cubicBezTo>
                  <a:pt x="89208" y="105772"/>
                  <a:pt x="81082" y="113273"/>
                  <a:pt x="78313" y="123632"/>
                </a:cubicBezTo>
                <a:cubicBezTo>
                  <a:pt x="76483" y="130552"/>
                  <a:pt x="72777" y="144348"/>
                  <a:pt x="67241" y="165021"/>
                </a:cubicBezTo>
                <a:lnTo>
                  <a:pt x="63535" y="178817"/>
                </a:lnTo>
                <a:cubicBezTo>
                  <a:pt x="61481" y="186452"/>
                  <a:pt x="66035" y="194265"/>
                  <a:pt x="73625" y="196319"/>
                </a:cubicBezTo>
                <a:lnTo>
                  <a:pt x="80546" y="198150"/>
                </a:lnTo>
                <a:cubicBezTo>
                  <a:pt x="88181" y="200204"/>
                  <a:pt x="95994" y="195649"/>
                  <a:pt x="98048" y="188059"/>
                </a:cubicBezTo>
                <a:lnTo>
                  <a:pt x="101754" y="174263"/>
                </a:lnTo>
                <a:lnTo>
                  <a:pt x="225966" y="207526"/>
                </a:lnTo>
                <a:lnTo>
                  <a:pt x="222260" y="221322"/>
                </a:lnTo>
                <a:cubicBezTo>
                  <a:pt x="220206" y="228957"/>
                  <a:pt x="224760" y="236771"/>
                  <a:pt x="232350" y="238824"/>
                </a:cubicBezTo>
                <a:lnTo>
                  <a:pt x="239271" y="240655"/>
                </a:lnTo>
                <a:cubicBezTo>
                  <a:pt x="246906" y="242709"/>
                  <a:pt x="254719" y="238155"/>
                  <a:pt x="256773" y="230565"/>
                </a:cubicBezTo>
                <a:cubicBezTo>
                  <a:pt x="258604" y="223644"/>
                  <a:pt x="262310" y="209848"/>
                  <a:pt x="267846" y="189175"/>
                </a:cubicBezTo>
                <a:lnTo>
                  <a:pt x="271552" y="175379"/>
                </a:lnTo>
                <a:cubicBezTo>
                  <a:pt x="274320" y="165021"/>
                  <a:pt x="271061" y="154484"/>
                  <a:pt x="263872" y="147474"/>
                </a:cubicBezTo>
                <a:lnTo>
                  <a:pt x="263738" y="145866"/>
                </a:lnTo>
                <a:lnTo>
                  <a:pt x="259273" y="99879"/>
                </a:lnTo>
                <a:cubicBezTo>
                  <a:pt x="257845" y="85055"/>
                  <a:pt x="247352" y="72688"/>
                  <a:pt x="232976" y="68848"/>
                </a:cubicBezTo>
                <a:lnTo>
                  <a:pt x="164976" y="50721"/>
                </a:lnTo>
                <a:cubicBezTo>
                  <a:pt x="150599" y="46881"/>
                  <a:pt x="135329" y="52328"/>
                  <a:pt x="126668" y="64472"/>
                </a:cubicBezTo>
                <a:lnTo>
                  <a:pt x="99789" y="102066"/>
                </a:lnTo>
                <a:close/>
                <a:moveTo>
                  <a:pt x="121578" y="127828"/>
                </a:moveTo>
                <a:cubicBezTo>
                  <a:pt x="126586" y="129082"/>
                  <a:pt x="130528" y="132940"/>
                  <a:pt x="131890" y="137920"/>
                </a:cubicBezTo>
                <a:cubicBezTo>
                  <a:pt x="133251" y="142900"/>
                  <a:pt x="131820" y="148227"/>
                  <a:pt x="128147" y="151855"/>
                </a:cubicBezTo>
                <a:cubicBezTo>
                  <a:pt x="124473" y="155482"/>
                  <a:pt x="119128" y="156846"/>
                  <a:pt x="114166" y="155421"/>
                </a:cubicBezTo>
                <a:cubicBezTo>
                  <a:pt x="109158" y="154167"/>
                  <a:pt x="105216" y="150309"/>
                  <a:pt x="103854" y="145329"/>
                </a:cubicBezTo>
                <a:cubicBezTo>
                  <a:pt x="102492" y="140350"/>
                  <a:pt x="103923" y="135022"/>
                  <a:pt x="107597" y="131395"/>
                </a:cubicBezTo>
                <a:cubicBezTo>
                  <a:pt x="111271" y="127768"/>
                  <a:pt x="116615" y="126404"/>
                  <a:pt x="121578" y="127828"/>
                </a:cubicBezTo>
                <a:close/>
                <a:moveTo>
                  <a:pt x="214491" y="167521"/>
                </a:moveTo>
                <a:cubicBezTo>
                  <a:pt x="215745" y="162513"/>
                  <a:pt x="219603" y="158570"/>
                  <a:pt x="224583" y="157209"/>
                </a:cubicBezTo>
                <a:cubicBezTo>
                  <a:pt x="229563" y="155847"/>
                  <a:pt x="234890" y="157278"/>
                  <a:pt x="238517" y="160952"/>
                </a:cubicBezTo>
                <a:cubicBezTo>
                  <a:pt x="242145" y="164625"/>
                  <a:pt x="243508" y="169970"/>
                  <a:pt x="242084" y="174933"/>
                </a:cubicBezTo>
                <a:cubicBezTo>
                  <a:pt x="240830" y="179941"/>
                  <a:pt x="236972" y="183883"/>
                  <a:pt x="231992" y="185245"/>
                </a:cubicBezTo>
                <a:cubicBezTo>
                  <a:pt x="227012" y="186606"/>
                  <a:pt x="221685" y="185175"/>
                  <a:pt x="218058" y="181502"/>
                </a:cubicBezTo>
                <a:cubicBezTo>
                  <a:pt x="214430" y="177828"/>
                  <a:pt x="213067" y="172483"/>
                  <a:pt x="214491" y="167521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" name="Text 8"/>
          <p:cNvSpPr/>
          <p:nvPr/>
        </p:nvSpPr>
        <p:spPr>
          <a:xfrm>
            <a:off x="1333500" y="1638300"/>
            <a:ext cx="565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 Drowsiness Causes Accidents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1333500" y="2019181"/>
            <a:ext cx="5629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Drowsy driving is responsible for </a:t>
            </a:r>
            <a:r>
              <a:rPr lang="en-US" sz="1350" b="1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fatalities</a:t>
            </a: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annually, making it a critical road safety concern worldwide.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00050" y="3382923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7" name="Shape 12"/>
          <p:cNvSpPr/>
          <p:nvPr/>
        </p:nvSpPr>
        <p:spPr>
          <a:xfrm>
            <a:off x="647700" y="36115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800100" y="37639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9" name="Text 14"/>
          <p:cNvSpPr/>
          <p:nvPr/>
        </p:nvSpPr>
        <p:spPr>
          <a:xfrm>
            <a:off x="1333500" y="3611523"/>
            <a:ext cx="565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Real-Time Monitoring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1333500" y="3992404"/>
            <a:ext cx="5629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vehicles lack intelligent systems to continuously monitor driver alertness and intervene before accidents occur.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00050" y="5356027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3" name="Shape 18"/>
          <p:cNvSpPr/>
          <p:nvPr/>
        </p:nvSpPr>
        <p:spPr>
          <a:xfrm>
            <a:off x="647700" y="55846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800100" y="57370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5" name="Text 20"/>
          <p:cNvSpPr/>
          <p:nvPr/>
        </p:nvSpPr>
        <p:spPr>
          <a:xfrm>
            <a:off x="1333500" y="5584627"/>
            <a:ext cx="5657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AI-Based Safety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Text 21"/>
          <p:cNvSpPr/>
          <p:nvPr/>
        </p:nvSpPr>
        <p:spPr>
          <a:xfrm>
            <a:off x="1333500" y="5965508"/>
            <a:ext cx="5629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</a:t>
            </a:r>
            <a:r>
              <a:rPr lang="en-US" sz="1350" b="1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solutions</a:t>
            </a: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essential to detect early signs of drowsiness and prevent potential disasters.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7" name="Shape 22"/>
          <p:cNvSpPr/>
          <p:nvPr/>
        </p:nvSpPr>
        <p:spPr>
          <a:xfrm>
            <a:off x="7334250" y="1413510"/>
            <a:ext cx="4474845" cy="1531620"/>
          </a:xfrm>
          <a:custGeom>
            <a:avLst/>
            <a:gdLst/>
            <a:ahLst/>
            <a:cxnLst/>
            <a:rect l="l" t="t" r="r" b="b"/>
            <a:pathLst>
              <a:path w="4474845" h="1531620">
                <a:moveTo>
                  <a:pt x="152396" y="0"/>
                </a:moveTo>
                <a:lnTo>
                  <a:pt x="4322449" y="0"/>
                </a:lnTo>
                <a:cubicBezTo>
                  <a:pt x="4406615" y="0"/>
                  <a:pt x="4474845" y="68230"/>
                  <a:pt x="4474845" y="152396"/>
                </a:cubicBezTo>
                <a:lnTo>
                  <a:pt x="4474845" y="1379224"/>
                </a:lnTo>
                <a:cubicBezTo>
                  <a:pt x="4474845" y="1463390"/>
                  <a:pt x="4406615" y="1531620"/>
                  <a:pt x="4322449" y="1531620"/>
                </a:cubicBezTo>
                <a:lnTo>
                  <a:pt x="152396" y="1531620"/>
                </a:lnTo>
                <a:cubicBezTo>
                  <a:pt x="68230" y="1531620"/>
                  <a:pt x="0" y="1463390"/>
                  <a:pt x="0" y="137922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chemeClr val="tx2"/>
          </a:solidFill>
          <a:ln w="10160">
            <a:solidFill>
              <a:srgbClr val="F2AA4C">
                <a:alpha val="30196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23785" y="1645920"/>
            <a:ext cx="4295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100,000+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24"/>
          <p:cNvSpPr/>
          <p:nvPr/>
        </p:nvSpPr>
        <p:spPr>
          <a:xfrm>
            <a:off x="7523798" y="229362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drowsy driving crashes reported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Shape 25"/>
          <p:cNvSpPr/>
          <p:nvPr/>
        </p:nvSpPr>
        <p:spPr>
          <a:xfrm>
            <a:off x="7334250" y="3181350"/>
            <a:ext cx="4474845" cy="1531620"/>
          </a:xfrm>
          <a:custGeom>
            <a:avLst/>
            <a:gdLst/>
            <a:ahLst/>
            <a:cxnLst/>
            <a:rect l="l" t="t" r="r" b="b"/>
            <a:pathLst>
              <a:path w="4474845" h="1531620">
                <a:moveTo>
                  <a:pt x="152396" y="0"/>
                </a:moveTo>
                <a:lnTo>
                  <a:pt x="4322449" y="0"/>
                </a:lnTo>
                <a:cubicBezTo>
                  <a:pt x="4406615" y="0"/>
                  <a:pt x="4474845" y="68230"/>
                  <a:pt x="4474845" y="152396"/>
                </a:cubicBezTo>
                <a:lnTo>
                  <a:pt x="4474845" y="1379224"/>
                </a:lnTo>
                <a:cubicBezTo>
                  <a:pt x="4474845" y="1463390"/>
                  <a:pt x="4406615" y="1531620"/>
                  <a:pt x="4322449" y="1531620"/>
                </a:cubicBezTo>
                <a:lnTo>
                  <a:pt x="152396" y="1531620"/>
                </a:lnTo>
                <a:cubicBezTo>
                  <a:pt x="68230" y="1531620"/>
                  <a:pt x="0" y="1463390"/>
                  <a:pt x="0" y="137922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chemeClr val="tx2"/>
          </a:solidFill>
          <a:ln w="10160">
            <a:solidFill>
              <a:srgbClr val="F2AA4C">
                <a:alpha val="30196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23785" y="3413760"/>
            <a:ext cx="4295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6,500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7523798" y="406146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Fatalities caused by drowsy driving yearly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Shape 28"/>
          <p:cNvSpPr/>
          <p:nvPr/>
        </p:nvSpPr>
        <p:spPr>
          <a:xfrm>
            <a:off x="7334250" y="4949191"/>
            <a:ext cx="4474845" cy="1798320"/>
          </a:xfrm>
          <a:custGeom>
            <a:avLst/>
            <a:gdLst/>
            <a:ahLst/>
            <a:cxnLst/>
            <a:rect l="l" t="t" r="r" b="b"/>
            <a:pathLst>
              <a:path w="4474845" h="1798320">
                <a:moveTo>
                  <a:pt x="152408" y="0"/>
                </a:moveTo>
                <a:lnTo>
                  <a:pt x="4322437" y="0"/>
                </a:lnTo>
                <a:cubicBezTo>
                  <a:pt x="4406610" y="0"/>
                  <a:pt x="4474845" y="68235"/>
                  <a:pt x="4474845" y="152408"/>
                </a:cubicBezTo>
                <a:lnTo>
                  <a:pt x="4474845" y="1645912"/>
                </a:lnTo>
                <a:cubicBezTo>
                  <a:pt x="4474845" y="1730085"/>
                  <a:pt x="4406610" y="1798320"/>
                  <a:pt x="4322437" y="1798320"/>
                </a:cubicBezTo>
                <a:lnTo>
                  <a:pt x="152408" y="1798320"/>
                </a:lnTo>
                <a:cubicBezTo>
                  <a:pt x="68235" y="1798320"/>
                  <a:pt x="0" y="1730085"/>
                  <a:pt x="0" y="16459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chemeClr val="tx2"/>
          </a:solidFill>
          <a:ln w="10160">
            <a:solidFill>
              <a:srgbClr val="F2AA4C">
                <a:alpha val="30196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423785" y="5181600"/>
            <a:ext cx="4295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$12.5B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5" name="Text 30"/>
          <p:cNvSpPr/>
          <p:nvPr/>
        </p:nvSpPr>
        <p:spPr>
          <a:xfrm>
            <a:off x="7523798" y="5829300"/>
            <a:ext cx="409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economic losses from fatigue-related accidents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36" name="Google Shape;191;p8">
            <a:extLst>
              <a:ext uri="{FF2B5EF4-FFF2-40B4-BE49-F238E27FC236}">
                <a16:creationId xmlns:a16="http://schemas.microsoft.com/office/drawing/2014/main" id="{93426184-C1F5-1159-0A1E-15A0446590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474" y="0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92;p8">
            <a:extLst>
              <a:ext uri="{FF2B5EF4-FFF2-40B4-BE49-F238E27FC236}">
                <a16:creationId xmlns:a16="http://schemas.microsoft.com/office/drawing/2014/main" id="{4C7AA206-1B42-F922-25C9-37913DA09E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1030" y="73189"/>
            <a:ext cx="1382594" cy="11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CDE13CC4-9BE9-9D07-9AE8-F828731E06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B715F27-54A6-E469-332D-4A8D7812CC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4315051" y="257998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72197" y="0"/>
                </a:moveTo>
                <a:lnTo>
                  <a:pt x="360976" y="0"/>
                </a:lnTo>
                <a:cubicBezTo>
                  <a:pt x="400849" y="0"/>
                  <a:pt x="433172" y="32324"/>
                  <a:pt x="433172" y="72197"/>
                </a:cubicBezTo>
                <a:lnTo>
                  <a:pt x="433172" y="360976"/>
                </a:lnTo>
                <a:cubicBezTo>
                  <a:pt x="433172" y="400849"/>
                  <a:pt x="400849" y="433172"/>
                  <a:pt x="360976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423344" y="366291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89513" y="108293"/>
                </a:moveTo>
                <a:cubicBezTo>
                  <a:pt x="189513" y="63467"/>
                  <a:pt x="153120" y="27073"/>
                  <a:pt x="108293" y="27073"/>
                </a:cubicBezTo>
                <a:cubicBezTo>
                  <a:pt x="63467" y="27073"/>
                  <a:pt x="27073" y="63467"/>
                  <a:pt x="27073" y="108293"/>
                </a:cubicBezTo>
                <a:cubicBezTo>
                  <a:pt x="27073" y="153120"/>
                  <a:pt x="63467" y="189513"/>
                  <a:pt x="108293" y="189513"/>
                </a:cubicBezTo>
                <a:cubicBezTo>
                  <a:pt x="153120" y="189513"/>
                  <a:pt x="189513" y="153120"/>
                  <a:pt x="189513" y="108293"/>
                </a:cubicBezTo>
                <a:close/>
                <a:moveTo>
                  <a:pt x="0" y="108293"/>
                </a:moveTo>
                <a:cubicBezTo>
                  <a:pt x="0" y="48525"/>
                  <a:pt x="48525" y="0"/>
                  <a:pt x="108293" y="0"/>
                </a:cubicBezTo>
                <a:cubicBezTo>
                  <a:pt x="168062" y="0"/>
                  <a:pt x="216586" y="48525"/>
                  <a:pt x="216586" y="108293"/>
                </a:cubicBezTo>
                <a:cubicBezTo>
                  <a:pt x="216586" y="168062"/>
                  <a:pt x="168062" y="216586"/>
                  <a:pt x="108293" y="216586"/>
                </a:cubicBezTo>
                <a:cubicBezTo>
                  <a:pt x="48525" y="216586"/>
                  <a:pt x="0" y="168062"/>
                  <a:pt x="0" y="108293"/>
                </a:cubicBezTo>
                <a:close/>
                <a:moveTo>
                  <a:pt x="108293" y="142135"/>
                </a:moveTo>
                <a:cubicBezTo>
                  <a:pt x="126971" y="142135"/>
                  <a:pt x="142135" y="126971"/>
                  <a:pt x="142135" y="108293"/>
                </a:cubicBezTo>
                <a:cubicBezTo>
                  <a:pt x="142135" y="89615"/>
                  <a:pt x="126971" y="74452"/>
                  <a:pt x="108293" y="74452"/>
                </a:cubicBezTo>
                <a:cubicBezTo>
                  <a:pt x="89615" y="74452"/>
                  <a:pt x="74452" y="89615"/>
                  <a:pt x="74452" y="108293"/>
                </a:cubicBezTo>
                <a:cubicBezTo>
                  <a:pt x="74452" y="126971"/>
                  <a:pt x="89615" y="142135"/>
                  <a:pt x="108293" y="142135"/>
                </a:cubicBezTo>
                <a:close/>
                <a:moveTo>
                  <a:pt x="108293" y="47378"/>
                </a:moveTo>
                <a:cubicBezTo>
                  <a:pt x="141913" y="47378"/>
                  <a:pt x="169208" y="74673"/>
                  <a:pt x="169208" y="108293"/>
                </a:cubicBezTo>
                <a:cubicBezTo>
                  <a:pt x="169208" y="141913"/>
                  <a:pt x="141913" y="169208"/>
                  <a:pt x="108293" y="169208"/>
                </a:cubicBezTo>
                <a:cubicBezTo>
                  <a:pt x="74673" y="169208"/>
                  <a:pt x="47378" y="141913"/>
                  <a:pt x="47378" y="108293"/>
                </a:cubicBezTo>
                <a:cubicBezTo>
                  <a:pt x="47378" y="74673"/>
                  <a:pt x="74673" y="47378"/>
                  <a:pt x="108293" y="47378"/>
                </a:cubicBezTo>
                <a:close/>
                <a:moveTo>
                  <a:pt x="94756" y="108293"/>
                </a:moveTo>
                <a:cubicBezTo>
                  <a:pt x="94756" y="100822"/>
                  <a:pt x="100822" y="94756"/>
                  <a:pt x="108293" y="94756"/>
                </a:cubicBezTo>
                <a:cubicBezTo>
                  <a:pt x="115764" y="94756"/>
                  <a:pt x="121830" y="100822"/>
                  <a:pt x="121830" y="108293"/>
                </a:cubicBezTo>
                <a:cubicBezTo>
                  <a:pt x="121830" y="115764"/>
                  <a:pt x="115764" y="121830"/>
                  <a:pt x="108293" y="121830"/>
                </a:cubicBezTo>
                <a:cubicBezTo>
                  <a:pt x="100822" y="121830"/>
                  <a:pt x="94756" y="115764"/>
                  <a:pt x="94756" y="108293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9" name="Text 2"/>
          <p:cNvSpPr/>
          <p:nvPr/>
        </p:nvSpPr>
        <p:spPr>
          <a:xfrm>
            <a:off x="4856517" y="149705"/>
            <a:ext cx="332098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kern="0" spc="57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02 / Goals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856517" y="366291"/>
            <a:ext cx="4790434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Project Objective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315426" y="1234440"/>
            <a:ext cx="5638462" cy="2082838"/>
          </a:xfrm>
          <a:custGeom>
            <a:avLst/>
            <a:gdLst/>
            <a:ahLst/>
            <a:cxnLst/>
            <a:rect l="l" t="t" r="r" b="b"/>
            <a:pathLst>
              <a:path w="5638462" h="2082838">
                <a:moveTo>
                  <a:pt x="144382" y="0"/>
                </a:moveTo>
                <a:lnTo>
                  <a:pt x="5494079" y="0"/>
                </a:lnTo>
                <a:cubicBezTo>
                  <a:pt x="5573819" y="0"/>
                  <a:pt x="5638462" y="64642"/>
                  <a:pt x="5638462" y="144382"/>
                </a:cubicBezTo>
                <a:lnTo>
                  <a:pt x="5638462" y="1938455"/>
                </a:lnTo>
                <a:cubicBezTo>
                  <a:pt x="5638462" y="2018195"/>
                  <a:pt x="5573819" y="2082838"/>
                  <a:pt x="5494079" y="2082838"/>
                </a:cubicBezTo>
                <a:lnTo>
                  <a:pt x="144382" y="2082838"/>
                </a:lnTo>
                <a:cubicBezTo>
                  <a:pt x="64642" y="2082838"/>
                  <a:pt x="0" y="2018195"/>
                  <a:pt x="0" y="1938455"/>
                </a:cubicBezTo>
                <a:lnTo>
                  <a:pt x="0" y="144382"/>
                </a:lnTo>
                <a:cubicBezTo>
                  <a:pt x="0" y="64696"/>
                  <a:pt x="64696" y="0"/>
                  <a:pt x="14438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15" name="Shape 5"/>
          <p:cNvSpPr/>
          <p:nvPr/>
        </p:nvSpPr>
        <p:spPr>
          <a:xfrm>
            <a:off x="535622" y="1454637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08293" y="0"/>
                </a:moveTo>
                <a:lnTo>
                  <a:pt x="469270" y="0"/>
                </a:lnTo>
                <a:cubicBezTo>
                  <a:pt x="529079" y="0"/>
                  <a:pt x="577563" y="48484"/>
                  <a:pt x="577563" y="108293"/>
                </a:cubicBezTo>
                <a:lnTo>
                  <a:pt x="577563" y="469270"/>
                </a:lnTo>
                <a:cubicBezTo>
                  <a:pt x="577563" y="529079"/>
                  <a:pt x="529079" y="577563"/>
                  <a:pt x="469270" y="577563"/>
                </a:cubicBezTo>
                <a:lnTo>
                  <a:pt x="108293" y="577563"/>
                </a:lnTo>
                <a:cubicBezTo>
                  <a:pt x="48484" y="577563"/>
                  <a:pt x="0" y="529079"/>
                  <a:pt x="0" y="469270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6" name="Shape 6"/>
          <p:cNvSpPr/>
          <p:nvPr/>
        </p:nvSpPr>
        <p:spPr>
          <a:xfrm>
            <a:off x="674372" y="1608052"/>
            <a:ext cx="304574" cy="270733"/>
          </a:xfrm>
          <a:custGeom>
            <a:avLst/>
            <a:gdLst/>
            <a:ahLst/>
            <a:cxnLst/>
            <a:rect l="l" t="t" r="r" b="b"/>
            <a:pathLst>
              <a:path w="304574" h="270733">
                <a:moveTo>
                  <a:pt x="152287" y="16921"/>
                </a:moveTo>
                <a:cubicBezTo>
                  <a:pt x="109562" y="16921"/>
                  <a:pt x="75350" y="36380"/>
                  <a:pt x="50445" y="59540"/>
                </a:cubicBezTo>
                <a:cubicBezTo>
                  <a:pt x="25698" y="82542"/>
                  <a:pt x="9148" y="109985"/>
                  <a:pt x="1269" y="128862"/>
                </a:cubicBezTo>
                <a:cubicBezTo>
                  <a:pt x="-476" y="133040"/>
                  <a:pt x="-476" y="137693"/>
                  <a:pt x="1269" y="141870"/>
                </a:cubicBezTo>
                <a:cubicBezTo>
                  <a:pt x="9148" y="160748"/>
                  <a:pt x="25698" y="188244"/>
                  <a:pt x="50445" y="211193"/>
                </a:cubicBezTo>
                <a:cubicBezTo>
                  <a:pt x="75350" y="234300"/>
                  <a:pt x="109562" y="253812"/>
                  <a:pt x="152287" y="253812"/>
                </a:cubicBezTo>
                <a:cubicBezTo>
                  <a:pt x="195012" y="253812"/>
                  <a:pt x="229224" y="234353"/>
                  <a:pt x="254129" y="211193"/>
                </a:cubicBezTo>
                <a:cubicBezTo>
                  <a:pt x="278876" y="188191"/>
                  <a:pt x="295427" y="160748"/>
                  <a:pt x="303305" y="141870"/>
                </a:cubicBezTo>
                <a:cubicBezTo>
                  <a:pt x="305050" y="137693"/>
                  <a:pt x="305050" y="133040"/>
                  <a:pt x="303305" y="128862"/>
                </a:cubicBezTo>
                <a:cubicBezTo>
                  <a:pt x="295427" y="109985"/>
                  <a:pt x="278876" y="82489"/>
                  <a:pt x="254129" y="59540"/>
                </a:cubicBezTo>
                <a:cubicBezTo>
                  <a:pt x="229224" y="36433"/>
                  <a:pt x="195012" y="16921"/>
                  <a:pt x="152287" y="16921"/>
                </a:cubicBezTo>
                <a:close/>
                <a:moveTo>
                  <a:pt x="76144" y="135366"/>
                </a:moveTo>
                <a:cubicBezTo>
                  <a:pt x="76144" y="93342"/>
                  <a:pt x="110262" y="59223"/>
                  <a:pt x="152287" y="59223"/>
                </a:cubicBezTo>
                <a:cubicBezTo>
                  <a:pt x="194312" y="59223"/>
                  <a:pt x="228431" y="93342"/>
                  <a:pt x="228431" y="135366"/>
                </a:cubicBezTo>
                <a:cubicBezTo>
                  <a:pt x="228431" y="177391"/>
                  <a:pt x="194312" y="211510"/>
                  <a:pt x="152287" y="211510"/>
                </a:cubicBezTo>
                <a:cubicBezTo>
                  <a:pt x="110262" y="211510"/>
                  <a:pt x="76144" y="177391"/>
                  <a:pt x="76144" y="135366"/>
                </a:cubicBezTo>
                <a:close/>
                <a:moveTo>
                  <a:pt x="152287" y="101525"/>
                </a:moveTo>
                <a:cubicBezTo>
                  <a:pt x="152287" y="120191"/>
                  <a:pt x="137111" y="135366"/>
                  <a:pt x="118446" y="135366"/>
                </a:cubicBezTo>
                <a:cubicBezTo>
                  <a:pt x="112365" y="135366"/>
                  <a:pt x="106654" y="133780"/>
                  <a:pt x="101683" y="130925"/>
                </a:cubicBezTo>
                <a:cubicBezTo>
                  <a:pt x="101155" y="136688"/>
                  <a:pt x="101631" y="142611"/>
                  <a:pt x="103217" y="148480"/>
                </a:cubicBezTo>
                <a:cubicBezTo>
                  <a:pt x="110461" y="175553"/>
                  <a:pt x="138328" y="191628"/>
                  <a:pt x="165401" y="184384"/>
                </a:cubicBezTo>
                <a:cubicBezTo>
                  <a:pt x="192474" y="177140"/>
                  <a:pt x="208549" y="149273"/>
                  <a:pt x="201305" y="122200"/>
                </a:cubicBezTo>
                <a:cubicBezTo>
                  <a:pt x="194854" y="98035"/>
                  <a:pt x="171958" y="82648"/>
                  <a:pt x="147845" y="84763"/>
                </a:cubicBezTo>
                <a:cubicBezTo>
                  <a:pt x="150648" y="89680"/>
                  <a:pt x="152287" y="95391"/>
                  <a:pt x="152287" y="101525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9" name="Text 9"/>
          <p:cNvSpPr/>
          <p:nvPr/>
        </p:nvSpPr>
        <p:spPr>
          <a:xfrm>
            <a:off x="535622" y="2176591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Real-Time Emotion Detection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35622" y="2573552"/>
            <a:ext cx="5279289" cy="532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Continuously monitor and analyze driver facial expressions to detect emotional states using AI-powered computer vision algorithms.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141144" y="1234440"/>
            <a:ext cx="5638462" cy="2082838"/>
          </a:xfrm>
          <a:custGeom>
            <a:avLst/>
            <a:gdLst/>
            <a:ahLst/>
            <a:cxnLst/>
            <a:rect l="l" t="t" r="r" b="b"/>
            <a:pathLst>
              <a:path w="5638462" h="2082838">
                <a:moveTo>
                  <a:pt x="144382" y="0"/>
                </a:moveTo>
                <a:lnTo>
                  <a:pt x="5494079" y="0"/>
                </a:lnTo>
                <a:cubicBezTo>
                  <a:pt x="5573819" y="0"/>
                  <a:pt x="5638462" y="64642"/>
                  <a:pt x="5638462" y="144382"/>
                </a:cubicBezTo>
                <a:lnTo>
                  <a:pt x="5638462" y="1938455"/>
                </a:lnTo>
                <a:cubicBezTo>
                  <a:pt x="5638462" y="2018195"/>
                  <a:pt x="5573819" y="2082838"/>
                  <a:pt x="5494079" y="2082838"/>
                </a:cubicBezTo>
                <a:lnTo>
                  <a:pt x="144382" y="2082838"/>
                </a:lnTo>
                <a:cubicBezTo>
                  <a:pt x="64642" y="2082838"/>
                  <a:pt x="0" y="2018195"/>
                  <a:pt x="0" y="1938455"/>
                </a:cubicBezTo>
                <a:lnTo>
                  <a:pt x="0" y="144382"/>
                </a:lnTo>
                <a:cubicBezTo>
                  <a:pt x="0" y="64696"/>
                  <a:pt x="64696" y="0"/>
                  <a:pt x="14438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6361341" y="1454637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08293" y="0"/>
                </a:moveTo>
                <a:lnTo>
                  <a:pt x="469270" y="0"/>
                </a:lnTo>
                <a:cubicBezTo>
                  <a:pt x="529079" y="0"/>
                  <a:pt x="577563" y="48484"/>
                  <a:pt x="577563" y="108293"/>
                </a:cubicBezTo>
                <a:lnTo>
                  <a:pt x="577563" y="469270"/>
                </a:lnTo>
                <a:cubicBezTo>
                  <a:pt x="577563" y="529079"/>
                  <a:pt x="529079" y="577563"/>
                  <a:pt x="469270" y="577563"/>
                </a:cubicBezTo>
                <a:lnTo>
                  <a:pt x="108293" y="577563"/>
                </a:lnTo>
                <a:cubicBezTo>
                  <a:pt x="48484" y="577563"/>
                  <a:pt x="0" y="529079"/>
                  <a:pt x="0" y="469270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23" name="Shape 13"/>
          <p:cNvSpPr/>
          <p:nvPr/>
        </p:nvSpPr>
        <p:spPr>
          <a:xfrm>
            <a:off x="6500091" y="1608052"/>
            <a:ext cx="304574" cy="270733"/>
          </a:xfrm>
          <a:custGeom>
            <a:avLst/>
            <a:gdLst/>
            <a:ahLst/>
            <a:cxnLst/>
            <a:rect l="l" t="t" r="r" b="b"/>
            <a:pathLst>
              <a:path w="304574" h="270733">
                <a:moveTo>
                  <a:pt x="16921" y="16921"/>
                </a:moveTo>
                <a:cubicBezTo>
                  <a:pt x="26280" y="16921"/>
                  <a:pt x="33842" y="24482"/>
                  <a:pt x="33842" y="33842"/>
                </a:cubicBezTo>
                <a:lnTo>
                  <a:pt x="33842" y="152287"/>
                </a:lnTo>
                <a:lnTo>
                  <a:pt x="152287" y="152287"/>
                </a:lnTo>
                <a:lnTo>
                  <a:pt x="152287" y="84604"/>
                </a:lnTo>
                <a:cubicBezTo>
                  <a:pt x="152287" y="75245"/>
                  <a:pt x="159849" y="67683"/>
                  <a:pt x="169208" y="67683"/>
                </a:cubicBezTo>
                <a:lnTo>
                  <a:pt x="253812" y="67683"/>
                </a:lnTo>
                <a:cubicBezTo>
                  <a:pt x="281837" y="67683"/>
                  <a:pt x="304574" y="90421"/>
                  <a:pt x="304574" y="118446"/>
                </a:cubicBezTo>
                <a:lnTo>
                  <a:pt x="304574" y="236891"/>
                </a:lnTo>
                <a:cubicBezTo>
                  <a:pt x="304574" y="246251"/>
                  <a:pt x="297013" y="253812"/>
                  <a:pt x="287654" y="253812"/>
                </a:cubicBezTo>
                <a:cubicBezTo>
                  <a:pt x="278294" y="253812"/>
                  <a:pt x="270733" y="246251"/>
                  <a:pt x="270733" y="236891"/>
                </a:cubicBezTo>
                <a:lnTo>
                  <a:pt x="270733" y="203050"/>
                </a:lnTo>
                <a:lnTo>
                  <a:pt x="33842" y="203050"/>
                </a:lnTo>
                <a:lnTo>
                  <a:pt x="33842" y="236891"/>
                </a:lnTo>
                <a:cubicBezTo>
                  <a:pt x="33842" y="246251"/>
                  <a:pt x="26280" y="253812"/>
                  <a:pt x="16921" y="253812"/>
                </a:cubicBezTo>
                <a:cubicBezTo>
                  <a:pt x="7561" y="253812"/>
                  <a:pt x="0" y="246251"/>
                  <a:pt x="0" y="236891"/>
                </a:cubicBezTo>
                <a:lnTo>
                  <a:pt x="0" y="33842"/>
                </a:lnTo>
                <a:cubicBezTo>
                  <a:pt x="0" y="24482"/>
                  <a:pt x="7561" y="16921"/>
                  <a:pt x="16921" y="16921"/>
                </a:cubicBezTo>
                <a:close/>
                <a:moveTo>
                  <a:pt x="59223" y="101525"/>
                </a:moveTo>
                <a:cubicBezTo>
                  <a:pt x="59223" y="82847"/>
                  <a:pt x="74387" y="67683"/>
                  <a:pt x="93064" y="67683"/>
                </a:cubicBezTo>
                <a:cubicBezTo>
                  <a:pt x="111742" y="67683"/>
                  <a:pt x="126906" y="82847"/>
                  <a:pt x="126906" y="101525"/>
                </a:cubicBezTo>
                <a:cubicBezTo>
                  <a:pt x="126906" y="120202"/>
                  <a:pt x="111742" y="135366"/>
                  <a:pt x="93064" y="135366"/>
                </a:cubicBezTo>
                <a:cubicBezTo>
                  <a:pt x="74387" y="135366"/>
                  <a:pt x="59223" y="120202"/>
                  <a:pt x="59223" y="101525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6" name="Text 16"/>
          <p:cNvSpPr/>
          <p:nvPr/>
        </p:nvSpPr>
        <p:spPr>
          <a:xfrm>
            <a:off x="6361341" y="2176591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Drowsiness Identification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361341" y="2573552"/>
            <a:ext cx="5279289" cy="532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Accurately identify sleeping or drowsy states by analyzing eye closure patterns, head position, and facial landmark movements.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315426" y="3509386"/>
            <a:ext cx="5638462" cy="2082838"/>
          </a:xfrm>
          <a:custGeom>
            <a:avLst/>
            <a:gdLst/>
            <a:ahLst/>
            <a:cxnLst/>
            <a:rect l="l" t="t" r="r" b="b"/>
            <a:pathLst>
              <a:path w="5638462" h="2082838">
                <a:moveTo>
                  <a:pt x="144382" y="0"/>
                </a:moveTo>
                <a:lnTo>
                  <a:pt x="5494079" y="0"/>
                </a:lnTo>
                <a:cubicBezTo>
                  <a:pt x="5573819" y="0"/>
                  <a:pt x="5638462" y="64642"/>
                  <a:pt x="5638462" y="144382"/>
                </a:cubicBezTo>
                <a:lnTo>
                  <a:pt x="5638462" y="1938455"/>
                </a:lnTo>
                <a:cubicBezTo>
                  <a:pt x="5638462" y="2018195"/>
                  <a:pt x="5573819" y="2082838"/>
                  <a:pt x="5494079" y="2082838"/>
                </a:cubicBezTo>
                <a:lnTo>
                  <a:pt x="144382" y="2082838"/>
                </a:lnTo>
                <a:cubicBezTo>
                  <a:pt x="64642" y="2082838"/>
                  <a:pt x="0" y="2018195"/>
                  <a:pt x="0" y="1938455"/>
                </a:cubicBezTo>
                <a:lnTo>
                  <a:pt x="0" y="144382"/>
                </a:lnTo>
                <a:cubicBezTo>
                  <a:pt x="0" y="64696"/>
                  <a:pt x="64696" y="0"/>
                  <a:pt x="14438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535622" y="3729582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08293" y="0"/>
                </a:moveTo>
                <a:lnTo>
                  <a:pt x="469270" y="0"/>
                </a:lnTo>
                <a:cubicBezTo>
                  <a:pt x="529079" y="0"/>
                  <a:pt x="577563" y="48484"/>
                  <a:pt x="577563" y="108293"/>
                </a:cubicBezTo>
                <a:lnTo>
                  <a:pt x="577563" y="469270"/>
                </a:lnTo>
                <a:cubicBezTo>
                  <a:pt x="577563" y="529079"/>
                  <a:pt x="529079" y="577563"/>
                  <a:pt x="469270" y="577563"/>
                </a:cubicBezTo>
                <a:lnTo>
                  <a:pt x="108293" y="577563"/>
                </a:lnTo>
                <a:cubicBezTo>
                  <a:pt x="48484" y="577563"/>
                  <a:pt x="0" y="529079"/>
                  <a:pt x="0" y="469270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30" name="Shape 20"/>
          <p:cNvSpPr/>
          <p:nvPr/>
        </p:nvSpPr>
        <p:spPr>
          <a:xfrm>
            <a:off x="708214" y="3882997"/>
            <a:ext cx="236891" cy="270733"/>
          </a:xfrm>
          <a:custGeom>
            <a:avLst/>
            <a:gdLst/>
            <a:ahLst/>
            <a:cxnLst/>
            <a:rect l="l" t="t" r="r" b="b"/>
            <a:pathLst>
              <a:path w="236891" h="270733">
                <a:moveTo>
                  <a:pt x="118446" y="0"/>
                </a:moveTo>
                <a:cubicBezTo>
                  <a:pt x="109086" y="0"/>
                  <a:pt x="101525" y="7561"/>
                  <a:pt x="101525" y="16921"/>
                </a:cubicBezTo>
                <a:lnTo>
                  <a:pt x="101525" y="18613"/>
                </a:lnTo>
                <a:cubicBezTo>
                  <a:pt x="62924" y="26439"/>
                  <a:pt x="33842" y="60598"/>
                  <a:pt x="33842" y="101525"/>
                </a:cubicBezTo>
                <a:lnTo>
                  <a:pt x="33842" y="112999"/>
                </a:lnTo>
                <a:cubicBezTo>
                  <a:pt x="33842" y="138433"/>
                  <a:pt x="25170" y="163127"/>
                  <a:pt x="9306" y="183009"/>
                </a:cubicBezTo>
                <a:lnTo>
                  <a:pt x="4124" y="189460"/>
                </a:lnTo>
                <a:cubicBezTo>
                  <a:pt x="1428" y="192791"/>
                  <a:pt x="0" y="196916"/>
                  <a:pt x="0" y="201199"/>
                </a:cubicBezTo>
                <a:cubicBezTo>
                  <a:pt x="0" y="211563"/>
                  <a:pt x="8408" y="219970"/>
                  <a:pt x="18772" y="219970"/>
                </a:cubicBezTo>
                <a:lnTo>
                  <a:pt x="218067" y="219970"/>
                </a:lnTo>
                <a:cubicBezTo>
                  <a:pt x="228431" y="219970"/>
                  <a:pt x="236838" y="211563"/>
                  <a:pt x="236838" y="201199"/>
                </a:cubicBezTo>
                <a:cubicBezTo>
                  <a:pt x="236838" y="196916"/>
                  <a:pt x="235411" y="192791"/>
                  <a:pt x="232714" y="189460"/>
                </a:cubicBezTo>
                <a:lnTo>
                  <a:pt x="227532" y="183009"/>
                </a:lnTo>
                <a:cubicBezTo>
                  <a:pt x="211722" y="163127"/>
                  <a:pt x="203050" y="138433"/>
                  <a:pt x="203050" y="112999"/>
                </a:cubicBezTo>
                <a:lnTo>
                  <a:pt x="203050" y="101525"/>
                </a:lnTo>
                <a:cubicBezTo>
                  <a:pt x="203050" y="60598"/>
                  <a:pt x="173967" y="26439"/>
                  <a:pt x="135366" y="18613"/>
                </a:cubicBezTo>
                <a:lnTo>
                  <a:pt x="135366" y="16921"/>
                </a:lnTo>
                <a:cubicBezTo>
                  <a:pt x="135366" y="7561"/>
                  <a:pt x="127805" y="0"/>
                  <a:pt x="118446" y="0"/>
                </a:cubicBezTo>
                <a:close/>
                <a:moveTo>
                  <a:pt x="85662" y="245352"/>
                </a:moveTo>
                <a:cubicBezTo>
                  <a:pt x="89416" y="259946"/>
                  <a:pt x="102688" y="270733"/>
                  <a:pt x="118446" y="270733"/>
                </a:cubicBezTo>
                <a:cubicBezTo>
                  <a:pt x="134203" y="270733"/>
                  <a:pt x="147475" y="259946"/>
                  <a:pt x="151230" y="245352"/>
                </a:cubicBezTo>
                <a:lnTo>
                  <a:pt x="85662" y="245352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3" name="Text 23"/>
          <p:cNvSpPr/>
          <p:nvPr/>
        </p:nvSpPr>
        <p:spPr>
          <a:xfrm>
            <a:off x="535622" y="4451535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Audio Alert System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35622" y="4848497"/>
            <a:ext cx="5279289" cy="532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Immediately alert the driver using a buzzer alarm when drowsiness is detected, providing instant warning to regain attention.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6141144" y="3509386"/>
            <a:ext cx="5638462" cy="2082838"/>
          </a:xfrm>
          <a:custGeom>
            <a:avLst/>
            <a:gdLst/>
            <a:ahLst/>
            <a:cxnLst/>
            <a:rect l="l" t="t" r="r" b="b"/>
            <a:pathLst>
              <a:path w="5638462" h="2082838">
                <a:moveTo>
                  <a:pt x="144382" y="0"/>
                </a:moveTo>
                <a:lnTo>
                  <a:pt x="5494079" y="0"/>
                </a:lnTo>
                <a:cubicBezTo>
                  <a:pt x="5573819" y="0"/>
                  <a:pt x="5638462" y="64642"/>
                  <a:pt x="5638462" y="144382"/>
                </a:cubicBezTo>
                <a:lnTo>
                  <a:pt x="5638462" y="1938455"/>
                </a:lnTo>
                <a:cubicBezTo>
                  <a:pt x="5638462" y="2018195"/>
                  <a:pt x="5573819" y="2082838"/>
                  <a:pt x="5494079" y="2082838"/>
                </a:cubicBezTo>
                <a:lnTo>
                  <a:pt x="144382" y="2082838"/>
                </a:lnTo>
                <a:cubicBezTo>
                  <a:pt x="64642" y="2082838"/>
                  <a:pt x="0" y="2018195"/>
                  <a:pt x="0" y="1938455"/>
                </a:cubicBezTo>
                <a:lnTo>
                  <a:pt x="0" y="144382"/>
                </a:lnTo>
                <a:cubicBezTo>
                  <a:pt x="0" y="64696"/>
                  <a:pt x="64696" y="0"/>
                  <a:pt x="14438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361341" y="3729582"/>
            <a:ext cx="577563" cy="577563"/>
          </a:xfrm>
          <a:custGeom>
            <a:avLst/>
            <a:gdLst/>
            <a:ahLst/>
            <a:cxnLst/>
            <a:rect l="l" t="t" r="r" b="b"/>
            <a:pathLst>
              <a:path w="577563" h="577563">
                <a:moveTo>
                  <a:pt x="108293" y="0"/>
                </a:moveTo>
                <a:lnTo>
                  <a:pt x="469270" y="0"/>
                </a:lnTo>
                <a:cubicBezTo>
                  <a:pt x="529079" y="0"/>
                  <a:pt x="577563" y="48484"/>
                  <a:pt x="577563" y="108293"/>
                </a:cubicBezTo>
                <a:lnTo>
                  <a:pt x="577563" y="469270"/>
                </a:lnTo>
                <a:cubicBezTo>
                  <a:pt x="577563" y="529079"/>
                  <a:pt x="529079" y="577563"/>
                  <a:pt x="469270" y="577563"/>
                </a:cubicBezTo>
                <a:lnTo>
                  <a:pt x="108293" y="577563"/>
                </a:lnTo>
                <a:cubicBezTo>
                  <a:pt x="48484" y="577563"/>
                  <a:pt x="0" y="529079"/>
                  <a:pt x="0" y="469270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37" name="Shape 27"/>
          <p:cNvSpPr/>
          <p:nvPr/>
        </p:nvSpPr>
        <p:spPr>
          <a:xfrm>
            <a:off x="6517012" y="3882997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152287" y="16921"/>
                </a:moveTo>
                <a:cubicBezTo>
                  <a:pt x="152287" y="7561"/>
                  <a:pt x="144726" y="0"/>
                  <a:pt x="135366" y="0"/>
                </a:cubicBezTo>
                <a:cubicBezTo>
                  <a:pt x="126007" y="0"/>
                  <a:pt x="118446" y="7561"/>
                  <a:pt x="118446" y="16921"/>
                </a:cubicBezTo>
                <a:lnTo>
                  <a:pt x="118446" y="126906"/>
                </a:lnTo>
                <a:cubicBezTo>
                  <a:pt x="118446" y="131559"/>
                  <a:pt x="114638" y="135366"/>
                  <a:pt x="109985" y="135366"/>
                </a:cubicBezTo>
                <a:cubicBezTo>
                  <a:pt x="105332" y="135366"/>
                  <a:pt x="101525" y="131559"/>
                  <a:pt x="101525" y="126906"/>
                </a:cubicBezTo>
                <a:lnTo>
                  <a:pt x="101525" y="33842"/>
                </a:lnTo>
                <a:cubicBezTo>
                  <a:pt x="101525" y="24482"/>
                  <a:pt x="93963" y="16921"/>
                  <a:pt x="84604" y="16921"/>
                </a:cubicBezTo>
                <a:cubicBezTo>
                  <a:pt x="75245" y="16921"/>
                  <a:pt x="67683" y="24482"/>
                  <a:pt x="67683" y="33842"/>
                </a:cubicBezTo>
                <a:lnTo>
                  <a:pt x="67683" y="177668"/>
                </a:lnTo>
                <a:cubicBezTo>
                  <a:pt x="67683" y="178462"/>
                  <a:pt x="67683" y="179308"/>
                  <a:pt x="67736" y="180101"/>
                </a:cubicBezTo>
                <a:lnTo>
                  <a:pt x="35745" y="149643"/>
                </a:lnTo>
                <a:cubicBezTo>
                  <a:pt x="27285" y="141606"/>
                  <a:pt x="13907" y="141923"/>
                  <a:pt x="5817" y="150384"/>
                </a:cubicBezTo>
                <a:cubicBezTo>
                  <a:pt x="-2274" y="158844"/>
                  <a:pt x="-1904" y="172222"/>
                  <a:pt x="6557" y="180312"/>
                </a:cubicBezTo>
                <a:lnTo>
                  <a:pt x="65991" y="236891"/>
                </a:lnTo>
                <a:cubicBezTo>
                  <a:pt x="88781" y="258624"/>
                  <a:pt x="119080" y="270733"/>
                  <a:pt x="150595" y="270733"/>
                </a:cubicBezTo>
                <a:lnTo>
                  <a:pt x="160748" y="270733"/>
                </a:lnTo>
                <a:cubicBezTo>
                  <a:pt x="212145" y="270733"/>
                  <a:pt x="253812" y="229065"/>
                  <a:pt x="253812" y="177668"/>
                </a:cubicBezTo>
                <a:lnTo>
                  <a:pt x="253812" y="67683"/>
                </a:lnTo>
                <a:cubicBezTo>
                  <a:pt x="253812" y="58324"/>
                  <a:pt x="246251" y="50762"/>
                  <a:pt x="236891" y="50762"/>
                </a:cubicBezTo>
                <a:cubicBezTo>
                  <a:pt x="227532" y="50762"/>
                  <a:pt x="219970" y="58324"/>
                  <a:pt x="219970" y="67683"/>
                </a:cubicBezTo>
                <a:lnTo>
                  <a:pt x="219970" y="126906"/>
                </a:lnTo>
                <a:cubicBezTo>
                  <a:pt x="219970" y="131559"/>
                  <a:pt x="216163" y="135366"/>
                  <a:pt x="211510" y="135366"/>
                </a:cubicBezTo>
                <a:cubicBezTo>
                  <a:pt x="206857" y="135366"/>
                  <a:pt x="203050" y="131559"/>
                  <a:pt x="203050" y="126906"/>
                </a:cubicBezTo>
                <a:lnTo>
                  <a:pt x="203050" y="33842"/>
                </a:lnTo>
                <a:cubicBezTo>
                  <a:pt x="203050" y="24482"/>
                  <a:pt x="195488" y="16921"/>
                  <a:pt x="186129" y="16921"/>
                </a:cubicBezTo>
                <a:cubicBezTo>
                  <a:pt x="176769" y="16921"/>
                  <a:pt x="169208" y="24482"/>
                  <a:pt x="169208" y="33842"/>
                </a:cubicBezTo>
                <a:lnTo>
                  <a:pt x="169208" y="126906"/>
                </a:lnTo>
                <a:cubicBezTo>
                  <a:pt x="169208" y="131559"/>
                  <a:pt x="165401" y="135366"/>
                  <a:pt x="160748" y="135366"/>
                </a:cubicBezTo>
                <a:cubicBezTo>
                  <a:pt x="156094" y="135366"/>
                  <a:pt x="152287" y="131559"/>
                  <a:pt x="152287" y="126906"/>
                </a:cubicBezTo>
                <a:lnTo>
                  <a:pt x="152287" y="16921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0" name="Text 30"/>
          <p:cNvSpPr/>
          <p:nvPr/>
        </p:nvSpPr>
        <p:spPr>
          <a:xfrm>
            <a:off x="6361341" y="4451535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Automatic Safety Stop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6361341" y="4848497"/>
            <a:ext cx="5279289" cy="532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Automatically stop the motor/vehicle when critical drowsiness is detected, preventing potential accidents through hardware control.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329865" y="5780721"/>
            <a:ext cx="11451997" cy="902443"/>
          </a:xfrm>
          <a:custGeom>
            <a:avLst/>
            <a:gdLst/>
            <a:ahLst/>
            <a:cxnLst/>
            <a:rect l="l" t="t" r="r" b="b"/>
            <a:pathLst>
              <a:path w="11451997" h="902443">
                <a:moveTo>
                  <a:pt x="36098" y="0"/>
                </a:moveTo>
                <a:lnTo>
                  <a:pt x="11343704" y="0"/>
                </a:lnTo>
                <a:cubicBezTo>
                  <a:pt x="11403513" y="0"/>
                  <a:pt x="11451997" y="48484"/>
                  <a:pt x="11451997" y="108293"/>
                </a:cubicBezTo>
                <a:lnTo>
                  <a:pt x="11451997" y="794150"/>
                </a:lnTo>
                <a:cubicBezTo>
                  <a:pt x="11451997" y="853958"/>
                  <a:pt x="11403513" y="902443"/>
                  <a:pt x="11343704" y="902443"/>
                </a:cubicBezTo>
                <a:lnTo>
                  <a:pt x="36098" y="902443"/>
                </a:lnTo>
                <a:cubicBezTo>
                  <a:pt x="16161" y="902443"/>
                  <a:pt x="0" y="886281"/>
                  <a:pt x="0" y="866345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2AA4C">
                  <a:alpha val="20000"/>
                </a:srgbClr>
              </a:gs>
              <a:gs pos="100000">
                <a:srgbClr val="F2AA4C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3" name="Shape 33"/>
          <p:cNvSpPr/>
          <p:nvPr/>
        </p:nvSpPr>
        <p:spPr>
          <a:xfrm>
            <a:off x="329865" y="5780721"/>
            <a:ext cx="36098" cy="902443"/>
          </a:xfrm>
          <a:custGeom>
            <a:avLst/>
            <a:gdLst/>
            <a:ahLst/>
            <a:cxnLst/>
            <a:rect l="l" t="t" r="r" b="b"/>
            <a:pathLst>
              <a:path w="36098" h="902443">
                <a:moveTo>
                  <a:pt x="36098" y="0"/>
                </a:moveTo>
                <a:lnTo>
                  <a:pt x="36098" y="0"/>
                </a:lnTo>
                <a:lnTo>
                  <a:pt x="36098" y="902443"/>
                </a:lnTo>
                <a:lnTo>
                  <a:pt x="36098" y="902443"/>
                </a:lnTo>
                <a:cubicBezTo>
                  <a:pt x="16161" y="902443"/>
                  <a:pt x="0" y="886281"/>
                  <a:pt x="0" y="866345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4" name="Shape 34"/>
          <p:cNvSpPr/>
          <p:nvPr/>
        </p:nvSpPr>
        <p:spPr>
          <a:xfrm>
            <a:off x="564500" y="6096576"/>
            <a:ext cx="270733" cy="270733"/>
          </a:xfrm>
          <a:custGeom>
            <a:avLst/>
            <a:gdLst/>
            <a:ahLst/>
            <a:cxnLst/>
            <a:rect l="l" t="t" r="r" b="b"/>
            <a:pathLst>
              <a:path w="270733" h="270733">
                <a:moveTo>
                  <a:pt x="33842" y="16921"/>
                </a:moveTo>
                <a:cubicBezTo>
                  <a:pt x="15176" y="16921"/>
                  <a:pt x="0" y="32097"/>
                  <a:pt x="0" y="50762"/>
                </a:cubicBezTo>
                <a:lnTo>
                  <a:pt x="0" y="186129"/>
                </a:lnTo>
                <a:cubicBezTo>
                  <a:pt x="0" y="204795"/>
                  <a:pt x="15176" y="219970"/>
                  <a:pt x="33842" y="219970"/>
                </a:cubicBezTo>
                <a:lnTo>
                  <a:pt x="109985" y="219970"/>
                </a:lnTo>
                <a:lnTo>
                  <a:pt x="101525" y="245352"/>
                </a:lnTo>
                <a:lnTo>
                  <a:pt x="63453" y="245352"/>
                </a:lnTo>
                <a:cubicBezTo>
                  <a:pt x="56420" y="245352"/>
                  <a:pt x="50762" y="251009"/>
                  <a:pt x="50762" y="258042"/>
                </a:cubicBezTo>
                <a:cubicBezTo>
                  <a:pt x="50762" y="265075"/>
                  <a:pt x="56420" y="270733"/>
                  <a:pt x="63453" y="270733"/>
                </a:cubicBezTo>
                <a:lnTo>
                  <a:pt x="207280" y="270733"/>
                </a:lnTo>
                <a:cubicBezTo>
                  <a:pt x="214313" y="270733"/>
                  <a:pt x="219970" y="265075"/>
                  <a:pt x="219970" y="258042"/>
                </a:cubicBezTo>
                <a:cubicBezTo>
                  <a:pt x="219970" y="251009"/>
                  <a:pt x="214313" y="245352"/>
                  <a:pt x="207280" y="245352"/>
                </a:cubicBezTo>
                <a:lnTo>
                  <a:pt x="169208" y="245352"/>
                </a:lnTo>
                <a:lnTo>
                  <a:pt x="160748" y="219970"/>
                </a:lnTo>
                <a:lnTo>
                  <a:pt x="236891" y="219970"/>
                </a:lnTo>
                <a:cubicBezTo>
                  <a:pt x="255557" y="219970"/>
                  <a:pt x="270733" y="204795"/>
                  <a:pt x="270733" y="186129"/>
                </a:cubicBezTo>
                <a:lnTo>
                  <a:pt x="270733" y="50762"/>
                </a:lnTo>
                <a:cubicBezTo>
                  <a:pt x="270733" y="32097"/>
                  <a:pt x="255557" y="16921"/>
                  <a:pt x="236891" y="16921"/>
                </a:cubicBezTo>
                <a:lnTo>
                  <a:pt x="33842" y="16921"/>
                </a:lnTo>
                <a:close/>
                <a:moveTo>
                  <a:pt x="50762" y="50762"/>
                </a:moveTo>
                <a:lnTo>
                  <a:pt x="219970" y="50762"/>
                </a:lnTo>
                <a:cubicBezTo>
                  <a:pt x="229330" y="50762"/>
                  <a:pt x="236891" y="58324"/>
                  <a:pt x="236891" y="67683"/>
                </a:cubicBezTo>
                <a:lnTo>
                  <a:pt x="236891" y="152287"/>
                </a:lnTo>
                <a:cubicBezTo>
                  <a:pt x="236891" y="161647"/>
                  <a:pt x="229330" y="169208"/>
                  <a:pt x="219970" y="169208"/>
                </a:cubicBezTo>
                <a:lnTo>
                  <a:pt x="50762" y="169208"/>
                </a:lnTo>
                <a:cubicBezTo>
                  <a:pt x="41403" y="169208"/>
                  <a:pt x="33842" y="161647"/>
                  <a:pt x="33842" y="152287"/>
                </a:cubicBezTo>
                <a:lnTo>
                  <a:pt x="33842" y="67683"/>
                </a:lnTo>
                <a:cubicBezTo>
                  <a:pt x="33842" y="58324"/>
                  <a:pt x="41403" y="50762"/>
                  <a:pt x="50762" y="50762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5" name="Text 35"/>
          <p:cNvSpPr/>
          <p:nvPr/>
        </p:nvSpPr>
        <p:spPr>
          <a:xfrm>
            <a:off x="1011209" y="5961210"/>
            <a:ext cx="665100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Visual Feedback Display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1011209" y="6249991"/>
            <a:ext cx="664197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Show detected emotion status on TFT screen for real-time monitoring and system diagnostics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Google Shape;192;p8">
            <a:extLst>
              <a:ext uri="{FF2B5EF4-FFF2-40B4-BE49-F238E27FC236}">
                <a16:creationId xmlns:a16="http://schemas.microsoft.com/office/drawing/2014/main" id="{794B1927-C0C1-42F5-4CA8-1BB47975F9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1030" y="73189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91;p8">
            <a:extLst>
              <a:ext uri="{FF2B5EF4-FFF2-40B4-BE49-F238E27FC236}">
                <a16:creationId xmlns:a16="http://schemas.microsoft.com/office/drawing/2014/main" id="{0D06C5AB-B26E-4AE4-89EB-93F28AEB27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583" y="1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D3FC4F5C-A6A3-B022-2201-514F3981B1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6E1E643D-8232-CBA6-FC2F-FBAC71C204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C479F82C-E34A-872F-3D82-ACB32A5DF6EC}"/>
              </a:ext>
            </a:extLst>
          </p:cNvPr>
          <p:cNvSpPr/>
          <p:nvPr/>
        </p:nvSpPr>
        <p:spPr>
          <a:xfrm>
            <a:off x="3755231" y="4133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BA3987B-A02E-BC0A-BA56-B446292B6F89}"/>
              </a:ext>
            </a:extLst>
          </p:cNvPr>
          <p:cNvSpPr/>
          <p:nvPr/>
        </p:nvSpPr>
        <p:spPr>
          <a:xfrm>
            <a:off x="3869531" y="5276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7F28521-DF62-A437-DE8E-0998AAEF40DD}"/>
              </a:ext>
            </a:extLst>
          </p:cNvPr>
          <p:cNvSpPr/>
          <p:nvPr/>
        </p:nvSpPr>
        <p:spPr>
          <a:xfrm>
            <a:off x="4326731" y="299086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03 / Design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91000DD-6665-A712-6C46-EFC4F8DE3B53}"/>
              </a:ext>
            </a:extLst>
          </p:cNvPr>
          <p:cNvSpPr/>
          <p:nvPr/>
        </p:nvSpPr>
        <p:spPr>
          <a:xfrm>
            <a:off x="4326730" y="527686"/>
            <a:ext cx="55635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System Architecture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1FC5966-8A1F-7E1A-8EE7-8701ED083526}"/>
              </a:ext>
            </a:extLst>
          </p:cNvPr>
          <p:cNvSpPr/>
          <p:nvPr/>
        </p:nvSpPr>
        <p:spPr>
          <a:xfrm>
            <a:off x="4364831" y="1061086"/>
            <a:ext cx="1090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Complete data flow from image capture to safety action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A168A4D6-BEBD-5775-C6E7-A1CAC9EDA75C}"/>
              </a:ext>
            </a:extLst>
          </p:cNvPr>
          <p:cNvSpPr/>
          <p:nvPr/>
        </p:nvSpPr>
        <p:spPr>
          <a:xfrm>
            <a:off x="388620" y="1670686"/>
            <a:ext cx="2396490" cy="1463040"/>
          </a:xfrm>
          <a:custGeom>
            <a:avLst/>
            <a:gdLst/>
            <a:ahLst/>
            <a:cxnLst/>
            <a:rect l="l" t="t" r="r" b="b"/>
            <a:pathLst>
              <a:path w="2396490" h="1463040">
                <a:moveTo>
                  <a:pt x="114293" y="0"/>
                </a:moveTo>
                <a:lnTo>
                  <a:pt x="2282197" y="0"/>
                </a:lnTo>
                <a:cubicBezTo>
                  <a:pt x="2345319" y="0"/>
                  <a:pt x="2396490" y="51171"/>
                  <a:pt x="2396490" y="114293"/>
                </a:cubicBezTo>
                <a:lnTo>
                  <a:pt x="2396490" y="1348747"/>
                </a:lnTo>
                <a:cubicBezTo>
                  <a:pt x="2396490" y="1411869"/>
                  <a:pt x="2345319" y="1463040"/>
                  <a:pt x="2282197" y="1463040"/>
                </a:cubicBezTo>
                <a:lnTo>
                  <a:pt x="114293" y="1463040"/>
                </a:lnTo>
                <a:cubicBezTo>
                  <a:pt x="51171" y="1463040"/>
                  <a:pt x="0" y="1411869"/>
                  <a:pt x="0" y="134874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F2AA4C"/>
            </a:solidFill>
            <a:prstDash val="solid"/>
          </a:ln>
        </p:spPr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5B25CCD-0DEA-D67C-6124-DBB43B27187C}"/>
              </a:ext>
            </a:extLst>
          </p:cNvPr>
          <p:cNvSpPr/>
          <p:nvPr/>
        </p:nvSpPr>
        <p:spPr>
          <a:xfrm>
            <a:off x="1321594" y="183070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F7A27F3-DF58-60DE-3114-6C77802002ED}"/>
              </a:ext>
            </a:extLst>
          </p:cNvPr>
          <p:cNvSpPr/>
          <p:nvPr/>
        </p:nvSpPr>
        <p:spPr>
          <a:xfrm>
            <a:off x="1473994" y="19831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7FC3895-8B9B-ABDB-9593-160D4B4E78B8}"/>
              </a:ext>
            </a:extLst>
          </p:cNvPr>
          <p:cNvSpPr/>
          <p:nvPr/>
        </p:nvSpPr>
        <p:spPr>
          <a:xfrm>
            <a:off x="505778" y="2440305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Camera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1FE3F77-B355-3DE0-3E22-98609D39FD88}"/>
              </a:ext>
            </a:extLst>
          </p:cNvPr>
          <p:cNvSpPr/>
          <p:nvPr/>
        </p:nvSpPr>
        <p:spPr>
          <a:xfrm>
            <a:off x="510540" y="274510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Captures video feed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A2E6EB9F-A715-CC0F-2945-839A72047C22}"/>
              </a:ext>
            </a:extLst>
          </p:cNvPr>
          <p:cNvSpPr/>
          <p:nvPr/>
        </p:nvSpPr>
        <p:spPr>
          <a:xfrm>
            <a:off x="2976563" y="22879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5D51B089-F3FE-C8CF-2C98-41585EB46707}"/>
              </a:ext>
            </a:extLst>
          </p:cNvPr>
          <p:cNvSpPr/>
          <p:nvPr/>
        </p:nvSpPr>
        <p:spPr>
          <a:xfrm>
            <a:off x="3393758" y="1670686"/>
            <a:ext cx="2396490" cy="1463040"/>
          </a:xfrm>
          <a:custGeom>
            <a:avLst/>
            <a:gdLst/>
            <a:ahLst/>
            <a:cxnLst/>
            <a:rect l="l" t="t" r="r" b="b"/>
            <a:pathLst>
              <a:path w="2396490" h="1463040">
                <a:moveTo>
                  <a:pt x="114293" y="0"/>
                </a:moveTo>
                <a:lnTo>
                  <a:pt x="2282197" y="0"/>
                </a:lnTo>
                <a:cubicBezTo>
                  <a:pt x="2345319" y="0"/>
                  <a:pt x="2396490" y="51171"/>
                  <a:pt x="2396490" y="114293"/>
                </a:cubicBezTo>
                <a:lnTo>
                  <a:pt x="2396490" y="1348747"/>
                </a:lnTo>
                <a:cubicBezTo>
                  <a:pt x="2396490" y="1411869"/>
                  <a:pt x="2345319" y="1463040"/>
                  <a:pt x="2282197" y="1463040"/>
                </a:cubicBezTo>
                <a:lnTo>
                  <a:pt x="114293" y="1463040"/>
                </a:lnTo>
                <a:cubicBezTo>
                  <a:pt x="51171" y="1463040"/>
                  <a:pt x="0" y="1411869"/>
                  <a:pt x="0" y="134874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F2AA4C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FF2ACFBB-6C07-64C4-D3C1-E11512D00283}"/>
              </a:ext>
            </a:extLst>
          </p:cNvPr>
          <p:cNvSpPr/>
          <p:nvPr/>
        </p:nvSpPr>
        <p:spPr>
          <a:xfrm>
            <a:off x="4326731" y="183070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00652ED1-8048-C8D4-402E-61DEDF9174AF}"/>
              </a:ext>
            </a:extLst>
          </p:cNvPr>
          <p:cNvSpPr/>
          <p:nvPr/>
        </p:nvSpPr>
        <p:spPr>
          <a:xfrm>
            <a:off x="4479131" y="19831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CC8B3AF-1C64-E33D-84F6-3F710FDCC502}"/>
              </a:ext>
            </a:extLst>
          </p:cNvPr>
          <p:cNvSpPr/>
          <p:nvPr/>
        </p:nvSpPr>
        <p:spPr>
          <a:xfrm>
            <a:off x="3510915" y="2440305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AI Processing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6F9C0DE5-B59B-B806-02E7-E5D928EF37B3}"/>
              </a:ext>
            </a:extLst>
          </p:cNvPr>
          <p:cNvSpPr/>
          <p:nvPr/>
        </p:nvSpPr>
        <p:spPr>
          <a:xfrm>
            <a:off x="3515678" y="274510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MediaPipe Analysis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5EE56A8-AB39-206E-3D59-588ED46D2802}"/>
              </a:ext>
            </a:extLst>
          </p:cNvPr>
          <p:cNvSpPr/>
          <p:nvPr/>
        </p:nvSpPr>
        <p:spPr>
          <a:xfrm>
            <a:off x="5981700" y="22879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49EEAB1F-D267-3227-DA3C-9C3C530B99DE}"/>
              </a:ext>
            </a:extLst>
          </p:cNvPr>
          <p:cNvSpPr/>
          <p:nvPr/>
        </p:nvSpPr>
        <p:spPr>
          <a:xfrm>
            <a:off x="6398895" y="1670686"/>
            <a:ext cx="2396490" cy="1463040"/>
          </a:xfrm>
          <a:custGeom>
            <a:avLst/>
            <a:gdLst/>
            <a:ahLst/>
            <a:cxnLst/>
            <a:rect l="l" t="t" r="r" b="b"/>
            <a:pathLst>
              <a:path w="2396490" h="1463040">
                <a:moveTo>
                  <a:pt x="114293" y="0"/>
                </a:moveTo>
                <a:lnTo>
                  <a:pt x="2282197" y="0"/>
                </a:lnTo>
                <a:cubicBezTo>
                  <a:pt x="2345319" y="0"/>
                  <a:pt x="2396490" y="51171"/>
                  <a:pt x="2396490" y="114293"/>
                </a:cubicBezTo>
                <a:lnTo>
                  <a:pt x="2396490" y="1348747"/>
                </a:lnTo>
                <a:cubicBezTo>
                  <a:pt x="2396490" y="1411869"/>
                  <a:pt x="2345319" y="1463040"/>
                  <a:pt x="2282197" y="1463040"/>
                </a:cubicBezTo>
                <a:lnTo>
                  <a:pt x="114293" y="1463040"/>
                </a:lnTo>
                <a:cubicBezTo>
                  <a:pt x="51171" y="1463040"/>
                  <a:pt x="0" y="1411869"/>
                  <a:pt x="0" y="134874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F2AA4C"/>
            </a:solidFill>
            <a:prstDash val="solid"/>
          </a:ln>
        </p:spPr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825A3E9F-5D5A-AC1A-FDFF-DB62E0A677E1}"/>
              </a:ext>
            </a:extLst>
          </p:cNvPr>
          <p:cNvSpPr/>
          <p:nvPr/>
        </p:nvSpPr>
        <p:spPr>
          <a:xfrm>
            <a:off x="7331869" y="183070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7007AF2F-F30C-7219-58C1-FE0CB214D9A0}"/>
              </a:ext>
            </a:extLst>
          </p:cNvPr>
          <p:cNvSpPr/>
          <p:nvPr/>
        </p:nvSpPr>
        <p:spPr>
          <a:xfrm>
            <a:off x="7484269" y="19831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8D859058-466D-3541-7177-DED49BBA1EAD}"/>
              </a:ext>
            </a:extLst>
          </p:cNvPr>
          <p:cNvSpPr/>
          <p:nvPr/>
        </p:nvSpPr>
        <p:spPr>
          <a:xfrm>
            <a:off x="6516053" y="2440305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Serial Comm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CD92F55A-F606-8BCD-1E4E-849D0579EED6}"/>
              </a:ext>
            </a:extLst>
          </p:cNvPr>
          <p:cNvSpPr/>
          <p:nvPr/>
        </p:nvSpPr>
        <p:spPr>
          <a:xfrm>
            <a:off x="6520815" y="274510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Data transmission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B37C6DD0-32F6-7889-AC61-39164C353BD1}"/>
              </a:ext>
            </a:extLst>
          </p:cNvPr>
          <p:cNvSpPr/>
          <p:nvPr/>
        </p:nvSpPr>
        <p:spPr>
          <a:xfrm>
            <a:off x="8986838" y="22879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13D28283-5FC8-D639-D8FD-34FA2545180E}"/>
              </a:ext>
            </a:extLst>
          </p:cNvPr>
          <p:cNvSpPr/>
          <p:nvPr/>
        </p:nvSpPr>
        <p:spPr>
          <a:xfrm>
            <a:off x="9404033" y="1670686"/>
            <a:ext cx="2396490" cy="1463040"/>
          </a:xfrm>
          <a:custGeom>
            <a:avLst/>
            <a:gdLst/>
            <a:ahLst/>
            <a:cxnLst/>
            <a:rect l="l" t="t" r="r" b="b"/>
            <a:pathLst>
              <a:path w="2396490" h="1463040">
                <a:moveTo>
                  <a:pt x="114293" y="0"/>
                </a:moveTo>
                <a:lnTo>
                  <a:pt x="2282197" y="0"/>
                </a:lnTo>
                <a:cubicBezTo>
                  <a:pt x="2345319" y="0"/>
                  <a:pt x="2396490" y="51171"/>
                  <a:pt x="2396490" y="114293"/>
                </a:cubicBezTo>
                <a:lnTo>
                  <a:pt x="2396490" y="1348747"/>
                </a:lnTo>
                <a:cubicBezTo>
                  <a:pt x="2396490" y="1411869"/>
                  <a:pt x="2345319" y="1463040"/>
                  <a:pt x="2282197" y="1463040"/>
                </a:cubicBezTo>
                <a:lnTo>
                  <a:pt x="114293" y="1463040"/>
                </a:lnTo>
                <a:cubicBezTo>
                  <a:pt x="51171" y="1463040"/>
                  <a:pt x="0" y="1411869"/>
                  <a:pt x="0" y="134874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F2AA4C"/>
            </a:solidFill>
            <a:prstDash val="solid"/>
          </a:ln>
        </p:spPr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BC71D4B1-3AAA-B12B-E8DE-224648D4D689}"/>
              </a:ext>
            </a:extLst>
          </p:cNvPr>
          <p:cNvSpPr/>
          <p:nvPr/>
        </p:nvSpPr>
        <p:spPr>
          <a:xfrm>
            <a:off x="10337006" y="183070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6BE4A20A-3A24-EAEC-4D83-D31B0FDFEB9B}"/>
              </a:ext>
            </a:extLst>
          </p:cNvPr>
          <p:cNvSpPr/>
          <p:nvPr/>
        </p:nvSpPr>
        <p:spPr>
          <a:xfrm>
            <a:off x="10489406" y="19831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04FF19D6-737F-4BAC-1C1B-CA9698BBC390}"/>
              </a:ext>
            </a:extLst>
          </p:cNvPr>
          <p:cNvSpPr/>
          <p:nvPr/>
        </p:nvSpPr>
        <p:spPr>
          <a:xfrm>
            <a:off x="9521190" y="2440305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ESP32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11CFBB96-8561-D8E3-AE4C-F837293BAE2B}"/>
              </a:ext>
            </a:extLst>
          </p:cNvPr>
          <p:cNvSpPr/>
          <p:nvPr/>
        </p:nvSpPr>
        <p:spPr>
          <a:xfrm>
            <a:off x="9525953" y="274510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Central controller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41F714DC-0E7C-30A2-DBD7-64C1AF52D6CD}"/>
              </a:ext>
            </a:extLst>
          </p:cNvPr>
          <p:cNvSpPr/>
          <p:nvPr/>
        </p:nvSpPr>
        <p:spPr>
          <a:xfrm>
            <a:off x="5991225" y="336994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94543" y="280504"/>
                </a:moveTo>
                <a:cubicBezTo>
                  <a:pt x="101519" y="287480"/>
                  <a:pt x="112849" y="287480"/>
                  <a:pt x="119825" y="280504"/>
                </a:cubicBezTo>
                <a:lnTo>
                  <a:pt x="209122" y="191207"/>
                </a:lnTo>
                <a:cubicBezTo>
                  <a:pt x="216098" y="184231"/>
                  <a:pt x="216098" y="172901"/>
                  <a:pt x="209122" y="165925"/>
                </a:cubicBezTo>
                <a:cubicBezTo>
                  <a:pt x="202146" y="158948"/>
                  <a:pt x="190816" y="158948"/>
                  <a:pt x="183840" y="165925"/>
                </a:cubicBezTo>
                <a:lnTo>
                  <a:pt x="125016" y="224749"/>
                </a:lnTo>
                <a:lnTo>
                  <a:pt x="125016" y="17859"/>
                </a:lnTo>
                <a:cubicBezTo>
                  <a:pt x="125016" y="7981"/>
                  <a:pt x="117035" y="0"/>
                  <a:pt x="107156" y="0"/>
                </a:cubicBezTo>
                <a:cubicBezTo>
                  <a:pt x="97278" y="0"/>
                  <a:pt x="89297" y="7981"/>
                  <a:pt x="89297" y="17859"/>
                </a:cubicBezTo>
                <a:lnTo>
                  <a:pt x="89297" y="224749"/>
                </a:lnTo>
                <a:lnTo>
                  <a:pt x="30473" y="165925"/>
                </a:lnTo>
                <a:cubicBezTo>
                  <a:pt x="23496" y="158948"/>
                  <a:pt x="12167" y="158948"/>
                  <a:pt x="5190" y="165925"/>
                </a:cubicBezTo>
                <a:cubicBezTo>
                  <a:pt x="-1786" y="172901"/>
                  <a:pt x="-1786" y="184231"/>
                  <a:pt x="5190" y="191207"/>
                </a:cubicBezTo>
                <a:lnTo>
                  <a:pt x="94487" y="280504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B556FBEF-9468-CF01-2003-F5962063B215}"/>
              </a:ext>
            </a:extLst>
          </p:cNvPr>
          <p:cNvSpPr/>
          <p:nvPr/>
        </p:nvSpPr>
        <p:spPr>
          <a:xfrm>
            <a:off x="384810" y="3888105"/>
            <a:ext cx="3674745" cy="1455420"/>
          </a:xfrm>
          <a:custGeom>
            <a:avLst/>
            <a:gdLst/>
            <a:ahLst/>
            <a:cxnLst/>
            <a:rect l="l" t="t" r="r" b="b"/>
            <a:pathLst>
              <a:path w="3674745" h="1455420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1341126"/>
                </a:lnTo>
                <a:cubicBezTo>
                  <a:pt x="3674745" y="1404249"/>
                  <a:pt x="3623574" y="1455420"/>
                  <a:pt x="3560451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0994CD1D-9157-6505-D3F1-5D547F78D6F9}"/>
              </a:ext>
            </a:extLst>
          </p:cNvPr>
          <p:cNvSpPr/>
          <p:nvPr/>
        </p:nvSpPr>
        <p:spPr>
          <a:xfrm>
            <a:off x="1955721" y="40443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EADA38B5-5AFA-A0D4-36A0-725EB4790EDC}"/>
              </a:ext>
            </a:extLst>
          </p:cNvPr>
          <p:cNvSpPr/>
          <p:nvPr/>
        </p:nvSpPr>
        <p:spPr>
          <a:xfrm>
            <a:off x="2093833" y="419671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42863"/>
                </a:moveTo>
                <a:lnTo>
                  <a:pt x="285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28575" y="42863"/>
                </a:lnTo>
                <a:close/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cubicBezTo>
                  <a:pt x="257175" y="165780"/>
                  <a:pt x="244361" y="178594"/>
                  <a:pt x="228600" y="178594"/>
                </a:cubicBezTo>
                <a:lnTo>
                  <a:pt x="28575" y="178594"/>
                </a:lnTo>
                <a:cubicBezTo>
                  <a:pt x="12814" y="178594"/>
                  <a:pt x="0" y="165780"/>
                  <a:pt x="0" y="150019"/>
                </a:cubicBezTo>
                <a:lnTo>
                  <a:pt x="0" y="42863"/>
                </a:lnTo>
                <a:close/>
                <a:moveTo>
                  <a:pt x="71438" y="200025"/>
                </a:move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71438" y="228600"/>
                </a:lnTo>
                <a:cubicBezTo>
                  <a:pt x="63535" y="228600"/>
                  <a:pt x="57150" y="222215"/>
                  <a:pt x="57150" y="214313"/>
                </a:cubicBezTo>
                <a:cubicBezTo>
                  <a:pt x="57150" y="206410"/>
                  <a:pt x="63535" y="200025"/>
                  <a:pt x="71438" y="20002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6B3C8DCD-9D2B-1685-012E-62D93070DB5A}"/>
              </a:ext>
            </a:extLst>
          </p:cNvPr>
          <p:cNvSpPr/>
          <p:nvPr/>
        </p:nvSpPr>
        <p:spPr>
          <a:xfrm>
            <a:off x="498157" y="4653916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TFT Display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B87AB674-9B35-AA8F-BF86-A86241C25639}"/>
              </a:ext>
            </a:extLst>
          </p:cNvPr>
          <p:cNvSpPr/>
          <p:nvPr/>
        </p:nvSpPr>
        <p:spPr>
          <a:xfrm>
            <a:off x="502920" y="4958716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Shows emotion status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8B12032C-5846-A5BF-82F7-497E383D2D13}"/>
              </a:ext>
            </a:extLst>
          </p:cNvPr>
          <p:cNvSpPr/>
          <p:nvPr/>
        </p:nvSpPr>
        <p:spPr>
          <a:xfrm>
            <a:off x="4258270" y="3888105"/>
            <a:ext cx="3674745" cy="1455420"/>
          </a:xfrm>
          <a:custGeom>
            <a:avLst/>
            <a:gdLst/>
            <a:ahLst/>
            <a:cxnLst/>
            <a:rect l="l" t="t" r="r" b="b"/>
            <a:pathLst>
              <a:path w="3674745" h="1455420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1341126"/>
                </a:lnTo>
                <a:cubicBezTo>
                  <a:pt x="3674745" y="1404249"/>
                  <a:pt x="3623574" y="1455420"/>
                  <a:pt x="3560451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3BC17457-0405-9C37-F010-CCE97FCF3B1C}"/>
              </a:ext>
            </a:extLst>
          </p:cNvPr>
          <p:cNvSpPr/>
          <p:nvPr/>
        </p:nvSpPr>
        <p:spPr>
          <a:xfrm>
            <a:off x="5829181" y="40443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FAC0E72E-27E1-7660-69A1-18FDF6333376}"/>
              </a:ext>
            </a:extLst>
          </p:cNvPr>
          <p:cNvSpPr/>
          <p:nvPr/>
        </p:nvSpPr>
        <p:spPr>
          <a:xfrm>
            <a:off x="5953006" y="419671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543AACB0-3F2E-3AFF-A754-1A3345379C9A}"/>
              </a:ext>
            </a:extLst>
          </p:cNvPr>
          <p:cNvSpPr/>
          <p:nvPr/>
        </p:nvSpPr>
        <p:spPr>
          <a:xfrm>
            <a:off x="4371618" y="4653916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Buzzer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65101F84-02D6-E5C8-A2DA-B4824034BE04}"/>
              </a:ext>
            </a:extLst>
          </p:cNvPr>
          <p:cNvSpPr/>
          <p:nvPr/>
        </p:nvSpPr>
        <p:spPr>
          <a:xfrm>
            <a:off x="4376380" y="4958716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Audio alert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F8A6B577-31BB-F79A-B8CA-CFD3D55610FD}"/>
              </a:ext>
            </a:extLst>
          </p:cNvPr>
          <p:cNvSpPr/>
          <p:nvPr/>
        </p:nvSpPr>
        <p:spPr>
          <a:xfrm>
            <a:off x="8131731" y="3888105"/>
            <a:ext cx="3674745" cy="1455420"/>
          </a:xfrm>
          <a:custGeom>
            <a:avLst/>
            <a:gdLst/>
            <a:ahLst/>
            <a:cxnLst/>
            <a:rect l="l" t="t" r="r" b="b"/>
            <a:pathLst>
              <a:path w="3674745" h="1455420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1341126"/>
                </a:lnTo>
                <a:cubicBezTo>
                  <a:pt x="3674745" y="1404249"/>
                  <a:pt x="3623574" y="1455420"/>
                  <a:pt x="3560451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17D86A7C-7101-D067-98DA-ED3B88DA669C}"/>
              </a:ext>
            </a:extLst>
          </p:cNvPr>
          <p:cNvSpPr/>
          <p:nvPr/>
        </p:nvSpPr>
        <p:spPr>
          <a:xfrm>
            <a:off x="9702761" y="40443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49" name="Shape 41">
            <a:extLst>
              <a:ext uri="{FF2B5EF4-FFF2-40B4-BE49-F238E27FC236}">
                <a16:creationId xmlns:a16="http://schemas.microsoft.com/office/drawing/2014/main" id="{9A23299C-BC4F-55B2-CAF3-FE12E5945734}"/>
              </a:ext>
            </a:extLst>
          </p:cNvPr>
          <p:cNvSpPr/>
          <p:nvPr/>
        </p:nvSpPr>
        <p:spPr>
          <a:xfrm>
            <a:off x="9840873" y="419671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85725" y="28575"/>
                </a:moveTo>
                <a:cubicBezTo>
                  <a:pt x="38398" y="28575"/>
                  <a:pt x="0" y="66973"/>
                  <a:pt x="0" y="114300"/>
                </a:cubicBezTo>
                <a:cubicBezTo>
                  <a:pt x="0" y="161627"/>
                  <a:pt x="38398" y="200025"/>
                  <a:pt x="85725" y="200025"/>
                </a:cubicBezTo>
                <a:lnTo>
                  <a:pt x="171450" y="200025"/>
                </a:lnTo>
                <a:cubicBezTo>
                  <a:pt x="218777" y="200025"/>
                  <a:pt x="257175" y="161627"/>
                  <a:pt x="257175" y="114300"/>
                </a:cubicBezTo>
                <a:cubicBezTo>
                  <a:pt x="257175" y="66973"/>
                  <a:pt x="218777" y="28575"/>
                  <a:pt x="171450" y="28575"/>
                </a:cubicBezTo>
                <a:lnTo>
                  <a:pt x="85725" y="28575"/>
                </a:lnTo>
                <a:close/>
                <a:moveTo>
                  <a:pt x="171450" y="71438"/>
                </a:moveTo>
                <a:cubicBezTo>
                  <a:pt x="195106" y="71438"/>
                  <a:pt x="214313" y="90644"/>
                  <a:pt x="214313" y="114300"/>
                </a:cubicBezTo>
                <a:cubicBezTo>
                  <a:pt x="214313" y="137956"/>
                  <a:pt x="195106" y="157163"/>
                  <a:pt x="171450" y="157163"/>
                </a:cubicBezTo>
                <a:cubicBezTo>
                  <a:pt x="147794" y="157163"/>
                  <a:pt x="128588" y="137956"/>
                  <a:pt x="128588" y="114300"/>
                </a:cubicBezTo>
                <a:cubicBezTo>
                  <a:pt x="128588" y="90644"/>
                  <a:pt x="147794" y="71438"/>
                  <a:pt x="171450" y="71438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25E55FF1-9183-8CDE-4F28-3A79DAECB94D}"/>
              </a:ext>
            </a:extLst>
          </p:cNvPr>
          <p:cNvSpPr/>
          <p:nvPr/>
        </p:nvSpPr>
        <p:spPr>
          <a:xfrm>
            <a:off x="8245078" y="4653916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Relay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9DD87415-D428-259A-B40B-E8348F3F291B}"/>
              </a:ext>
            </a:extLst>
          </p:cNvPr>
          <p:cNvSpPr/>
          <p:nvPr/>
        </p:nvSpPr>
        <p:spPr>
          <a:xfrm>
            <a:off x="8249841" y="4958716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Motor control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4">
            <a:extLst>
              <a:ext uri="{FF2B5EF4-FFF2-40B4-BE49-F238E27FC236}">
                <a16:creationId xmlns:a16="http://schemas.microsoft.com/office/drawing/2014/main" id="{19C955F6-58F2-4F10-1804-8AF5712C5427}"/>
              </a:ext>
            </a:extLst>
          </p:cNvPr>
          <p:cNvSpPr/>
          <p:nvPr/>
        </p:nvSpPr>
        <p:spPr>
          <a:xfrm>
            <a:off x="400050" y="5575936"/>
            <a:ext cx="11410950" cy="838200"/>
          </a:xfrm>
          <a:custGeom>
            <a:avLst/>
            <a:gdLst/>
            <a:ahLst/>
            <a:cxnLst/>
            <a:rect l="l" t="t" r="r" b="b"/>
            <a:pathLst>
              <a:path w="11410950" h="838200">
                <a:moveTo>
                  <a:pt x="38100" y="0"/>
                </a:moveTo>
                <a:lnTo>
                  <a:pt x="11296653" y="0"/>
                </a:lnTo>
                <a:cubicBezTo>
                  <a:pt x="11359778" y="0"/>
                  <a:pt x="11410950" y="51172"/>
                  <a:pt x="11410950" y="114297"/>
                </a:cubicBezTo>
                <a:lnTo>
                  <a:pt x="11410950" y="723903"/>
                </a:lnTo>
                <a:cubicBezTo>
                  <a:pt x="11410950" y="787028"/>
                  <a:pt x="11359778" y="838200"/>
                  <a:pt x="1129665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2AA4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3" name="Shape 45">
            <a:extLst>
              <a:ext uri="{FF2B5EF4-FFF2-40B4-BE49-F238E27FC236}">
                <a16:creationId xmlns:a16="http://schemas.microsoft.com/office/drawing/2014/main" id="{67A20DCC-747A-B54A-AC87-50530CA09991}"/>
              </a:ext>
            </a:extLst>
          </p:cNvPr>
          <p:cNvSpPr/>
          <p:nvPr/>
        </p:nvSpPr>
        <p:spPr>
          <a:xfrm>
            <a:off x="400050" y="5575936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2EF954BB-D179-99DE-3F34-FF343F3533AC}"/>
              </a:ext>
            </a:extLst>
          </p:cNvPr>
          <p:cNvSpPr/>
          <p:nvPr/>
        </p:nvSpPr>
        <p:spPr>
          <a:xfrm>
            <a:off x="609600" y="58521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8886" y="5302"/>
                </a:moveTo>
                <a:cubicBezTo>
                  <a:pt x="110561" y="-2958"/>
                  <a:pt x="117872" y="-8930"/>
                  <a:pt x="126355" y="-8930"/>
                </a:cubicBezTo>
                <a:lnTo>
                  <a:pt x="159730" y="-8930"/>
                </a:lnTo>
                <a:cubicBezTo>
                  <a:pt x="168213" y="-8930"/>
                  <a:pt x="175524" y="-2958"/>
                  <a:pt x="177198" y="5302"/>
                </a:cubicBezTo>
                <a:lnTo>
                  <a:pt x="185291" y="44369"/>
                </a:lnTo>
                <a:cubicBezTo>
                  <a:pt x="193160" y="47718"/>
                  <a:pt x="200527" y="52015"/>
                  <a:pt x="207225" y="57094"/>
                </a:cubicBezTo>
                <a:lnTo>
                  <a:pt x="245064" y="44537"/>
                </a:lnTo>
                <a:cubicBezTo>
                  <a:pt x="253101" y="41858"/>
                  <a:pt x="261919" y="45207"/>
                  <a:pt x="266160" y="52574"/>
                </a:cubicBezTo>
                <a:lnTo>
                  <a:pt x="282848" y="81483"/>
                </a:lnTo>
                <a:cubicBezTo>
                  <a:pt x="287089" y="88850"/>
                  <a:pt x="285583" y="98115"/>
                  <a:pt x="279220" y="103752"/>
                </a:cubicBezTo>
                <a:lnTo>
                  <a:pt x="249473" y="130206"/>
                </a:lnTo>
                <a:cubicBezTo>
                  <a:pt x="249975" y="134336"/>
                  <a:pt x="250199" y="138578"/>
                  <a:pt x="250199" y="142875"/>
                </a:cubicBezTo>
                <a:cubicBezTo>
                  <a:pt x="250199" y="147172"/>
                  <a:pt x="249920" y="151414"/>
                  <a:pt x="249473" y="155544"/>
                </a:cubicBezTo>
                <a:lnTo>
                  <a:pt x="279276" y="182054"/>
                </a:lnTo>
                <a:cubicBezTo>
                  <a:pt x="285638" y="187691"/>
                  <a:pt x="287089" y="197011"/>
                  <a:pt x="282904" y="204322"/>
                </a:cubicBezTo>
                <a:lnTo>
                  <a:pt x="266216" y="233232"/>
                </a:lnTo>
                <a:cubicBezTo>
                  <a:pt x="261975" y="240543"/>
                  <a:pt x="253157" y="243948"/>
                  <a:pt x="245120" y="241269"/>
                </a:cubicBezTo>
                <a:lnTo>
                  <a:pt x="207280" y="228712"/>
                </a:lnTo>
                <a:cubicBezTo>
                  <a:pt x="200527" y="233790"/>
                  <a:pt x="193160" y="238032"/>
                  <a:pt x="185347" y="241436"/>
                </a:cubicBezTo>
                <a:lnTo>
                  <a:pt x="177310" y="280448"/>
                </a:lnTo>
                <a:cubicBezTo>
                  <a:pt x="175580" y="288764"/>
                  <a:pt x="168269" y="294680"/>
                  <a:pt x="159841" y="294680"/>
                </a:cubicBezTo>
                <a:lnTo>
                  <a:pt x="126467" y="294680"/>
                </a:lnTo>
                <a:cubicBezTo>
                  <a:pt x="117983" y="294680"/>
                  <a:pt x="110672" y="288708"/>
                  <a:pt x="108998" y="280448"/>
                </a:cubicBezTo>
                <a:lnTo>
                  <a:pt x="100961" y="241436"/>
                </a:lnTo>
                <a:cubicBezTo>
                  <a:pt x="93092" y="238088"/>
                  <a:pt x="85781" y="233790"/>
                  <a:pt x="79028" y="228712"/>
                </a:cubicBezTo>
                <a:lnTo>
                  <a:pt x="41021" y="241269"/>
                </a:lnTo>
                <a:cubicBezTo>
                  <a:pt x="32984" y="243948"/>
                  <a:pt x="24166" y="240599"/>
                  <a:pt x="19924" y="233232"/>
                </a:cubicBezTo>
                <a:lnTo>
                  <a:pt x="3237" y="204322"/>
                </a:lnTo>
                <a:cubicBezTo>
                  <a:pt x="-1005" y="196955"/>
                  <a:pt x="502" y="187691"/>
                  <a:pt x="6865" y="182054"/>
                </a:cubicBezTo>
                <a:lnTo>
                  <a:pt x="36668" y="155544"/>
                </a:lnTo>
                <a:cubicBezTo>
                  <a:pt x="36165" y="151414"/>
                  <a:pt x="35942" y="147172"/>
                  <a:pt x="35942" y="142875"/>
                </a:cubicBezTo>
                <a:cubicBezTo>
                  <a:pt x="35942" y="138578"/>
                  <a:pt x="36221" y="134336"/>
                  <a:pt x="36668" y="130206"/>
                </a:cubicBezTo>
                <a:lnTo>
                  <a:pt x="6865" y="103696"/>
                </a:lnTo>
                <a:cubicBezTo>
                  <a:pt x="502" y="98059"/>
                  <a:pt x="-949" y="88739"/>
                  <a:pt x="3237" y="81428"/>
                </a:cubicBezTo>
                <a:lnTo>
                  <a:pt x="19924" y="52518"/>
                </a:lnTo>
                <a:cubicBezTo>
                  <a:pt x="24166" y="45151"/>
                  <a:pt x="32984" y="41802"/>
                  <a:pt x="41021" y="44481"/>
                </a:cubicBezTo>
                <a:lnTo>
                  <a:pt x="78860" y="57038"/>
                </a:lnTo>
                <a:cubicBezTo>
                  <a:pt x="85613" y="51960"/>
                  <a:pt x="92980" y="47718"/>
                  <a:pt x="100794" y="44314"/>
                </a:cubicBezTo>
                <a:lnTo>
                  <a:pt x="108886" y="5302"/>
                </a:lnTo>
                <a:close/>
                <a:moveTo>
                  <a:pt x="143042" y="187523"/>
                </a:moveTo>
                <a:cubicBezTo>
                  <a:pt x="158994" y="187464"/>
                  <a:pt x="173702" y="178898"/>
                  <a:pt x="181625" y="165054"/>
                </a:cubicBezTo>
                <a:cubicBezTo>
                  <a:pt x="189549" y="151210"/>
                  <a:pt x="189485" y="134190"/>
                  <a:pt x="181458" y="120406"/>
                </a:cubicBezTo>
                <a:cubicBezTo>
                  <a:pt x="173430" y="106621"/>
                  <a:pt x="158659" y="98167"/>
                  <a:pt x="142708" y="98227"/>
                </a:cubicBezTo>
                <a:cubicBezTo>
                  <a:pt x="126756" y="98286"/>
                  <a:pt x="112048" y="106852"/>
                  <a:pt x="104125" y="120696"/>
                </a:cubicBezTo>
                <a:cubicBezTo>
                  <a:pt x="96201" y="134540"/>
                  <a:pt x="96265" y="151560"/>
                  <a:pt x="104292" y="165344"/>
                </a:cubicBezTo>
                <a:cubicBezTo>
                  <a:pt x="112320" y="179129"/>
                  <a:pt x="127091" y="187583"/>
                  <a:pt x="143042" y="187523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FA360C9D-9A7B-3D74-2CB3-C9AF44961191}"/>
              </a:ext>
            </a:extLst>
          </p:cNvPr>
          <p:cNvSpPr/>
          <p:nvPr/>
        </p:nvSpPr>
        <p:spPr>
          <a:xfrm>
            <a:off x="1081088" y="5728336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Motor Stop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04DF122D-41F6-8F9B-31F5-E88A95C6251F}"/>
              </a:ext>
            </a:extLst>
          </p:cNvPr>
          <p:cNvSpPr/>
          <p:nvPr/>
        </p:nvSpPr>
        <p:spPr>
          <a:xfrm>
            <a:off x="1081088" y="5995036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Vehicle safety shutdown when drowsiness detected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Google Shape;192;p8">
            <a:extLst>
              <a:ext uri="{FF2B5EF4-FFF2-40B4-BE49-F238E27FC236}">
                <a16:creationId xmlns:a16="http://schemas.microsoft.com/office/drawing/2014/main" id="{A433507C-A5DE-43DA-B098-F3891DAC0A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1030" y="73189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91;p8">
            <a:extLst>
              <a:ext uri="{FF2B5EF4-FFF2-40B4-BE49-F238E27FC236}">
                <a16:creationId xmlns:a16="http://schemas.microsoft.com/office/drawing/2014/main" id="{BBF9ABE2-6F1F-F698-67B4-DF2D162482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983" y="138799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C61C881C-20F7-1229-F5EC-B4C7A73218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CA0C4410-9DB1-236F-53B5-3F3C9D271C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3752850" y="400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3852862" y="5143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0" name="Text 2"/>
          <p:cNvSpPr/>
          <p:nvPr/>
        </p:nvSpPr>
        <p:spPr>
          <a:xfrm>
            <a:off x="4324350" y="28575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04 / Stack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324350" y="514350"/>
            <a:ext cx="6076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Software Technologies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00050" y="1409700"/>
            <a:ext cx="5581650" cy="1847850"/>
          </a:xfrm>
          <a:custGeom>
            <a:avLst/>
            <a:gdLst/>
            <a:ahLst/>
            <a:cxnLst/>
            <a:rect l="l" t="t" r="r" b="b"/>
            <a:pathLst>
              <a:path w="5581650" h="1847850">
                <a:moveTo>
                  <a:pt x="38100" y="0"/>
                </a:moveTo>
                <a:lnTo>
                  <a:pt x="5429258" y="0"/>
                </a:lnTo>
                <a:cubicBezTo>
                  <a:pt x="5513422" y="0"/>
                  <a:pt x="5581650" y="68228"/>
                  <a:pt x="5581650" y="152392"/>
                </a:cubicBezTo>
                <a:lnTo>
                  <a:pt x="5581650" y="1695458"/>
                </a:lnTo>
                <a:cubicBezTo>
                  <a:pt x="5581650" y="1779622"/>
                  <a:pt x="5513422" y="1847850"/>
                  <a:pt x="5429258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3" name="Shape 5"/>
          <p:cNvSpPr/>
          <p:nvPr/>
        </p:nvSpPr>
        <p:spPr>
          <a:xfrm>
            <a:off x="400050" y="14097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" name="Shape 6"/>
          <p:cNvSpPr/>
          <p:nvPr/>
        </p:nvSpPr>
        <p:spPr>
          <a:xfrm>
            <a:off x="6477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5" name="Shape 7"/>
          <p:cNvSpPr/>
          <p:nvPr/>
        </p:nvSpPr>
        <p:spPr>
          <a:xfrm>
            <a:off x="878681" y="216217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94546" y="134280"/>
                </a:moveTo>
                <a:cubicBezTo>
                  <a:pt x="289389" y="113586"/>
                  <a:pt x="279611" y="97981"/>
                  <a:pt x="258782" y="97981"/>
                </a:cubicBezTo>
                <a:lnTo>
                  <a:pt x="231926" y="97981"/>
                </a:lnTo>
                <a:lnTo>
                  <a:pt x="231926" y="129726"/>
                </a:lnTo>
                <a:cubicBezTo>
                  <a:pt x="231926" y="154372"/>
                  <a:pt x="211031" y="175133"/>
                  <a:pt x="187189" y="175133"/>
                </a:cubicBezTo>
                <a:lnTo>
                  <a:pt x="115662" y="175133"/>
                </a:lnTo>
                <a:cubicBezTo>
                  <a:pt x="96106" y="175133"/>
                  <a:pt x="79898" y="191877"/>
                  <a:pt x="79898" y="211500"/>
                </a:cubicBezTo>
                <a:lnTo>
                  <a:pt x="79898" y="279678"/>
                </a:lnTo>
                <a:cubicBezTo>
                  <a:pt x="79898" y="299100"/>
                  <a:pt x="96775" y="310485"/>
                  <a:pt x="115662" y="316044"/>
                </a:cubicBezTo>
                <a:cubicBezTo>
                  <a:pt x="138299" y="322674"/>
                  <a:pt x="160065" y="323880"/>
                  <a:pt x="187189" y="316044"/>
                </a:cubicBezTo>
                <a:cubicBezTo>
                  <a:pt x="205204" y="310820"/>
                  <a:pt x="222952" y="300305"/>
                  <a:pt x="222952" y="279678"/>
                </a:cubicBezTo>
                <a:lnTo>
                  <a:pt x="222952" y="252420"/>
                </a:lnTo>
                <a:lnTo>
                  <a:pt x="151492" y="252420"/>
                </a:lnTo>
                <a:lnTo>
                  <a:pt x="151492" y="243312"/>
                </a:lnTo>
                <a:lnTo>
                  <a:pt x="258782" y="243312"/>
                </a:lnTo>
                <a:cubicBezTo>
                  <a:pt x="279611" y="243312"/>
                  <a:pt x="287313" y="228779"/>
                  <a:pt x="294546" y="207012"/>
                </a:cubicBezTo>
                <a:cubicBezTo>
                  <a:pt x="302047" y="184577"/>
                  <a:pt x="301712" y="163011"/>
                  <a:pt x="294546" y="134280"/>
                </a:cubicBezTo>
                <a:close/>
                <a:moveTo>
                  <a:pt x="191676" y="297827"/>
                </a:moveTo>
                <a:cubicBezTo>
                  <a:pt x="186579" y="298185"/>
                  <a:pt x="181708" y="295668"/>
                  <a:pt x="179050" y="291304"/>
                </a:cubicBezTo>
                <a:cubicBezTo>
                  <a:pt x="176393" y="286940"/>
                  <a:pt x="176393" y="281457"/>
                  <a:pt x="179050" y="277093"/>
                </a:cubicBezTo>
                <a:cubicBezTo>
                  <a:pt x="181708" y="272729"/>
                  <a:pt x="186579" y="270212"/>
                  <a:pt x="191676" y="270570"/>
                </a:cubicBezTo>
                <a:cubicBezTo>
                  <a:pt x="196773" y="270212"/>
                  <a:pt x="201644" y="272729"/>
                  <a:pt x="204301" y="277093"/>
                </a:cubicBezTo>
                <a:cubicBezTo>
                  <a:pt x="206959" y="281457"/>
                  <a:pt x="206959" y="286940"/>
                  <a:pt x="204301" y="291304"/>
                </a:cubicBezTo>
                <a:cubicBezTo>
                  <a:pt x="201644" y="295668"/>
                  <a:pt x="196773" y="298185"/>
                  <a:pt x="191676" y="297827"/>
                </a:cubicBezTo>
                <a:close/>
                <a:moveTo>
                  <a:pt x="112380" y="166159"/>
                </a:moveTo>
                <a:lnTo>
                  <a:pt x="183907" y="166159"/>
                </a:lnTo>
                <a:cubicBezTo>
                  <a:pt x="203798" y="166159"/>
                  <a:pt x="219670" y="149751"/>
                  <a:pt x="219670" y="129793"/>
                </a:cubicBezTo>
                <a:lnTo>
                  <a:pt x="219670" y="61548"/>
                </a:lnTo>
                <a:cubicBezTo>
                  <a:pt x="219670" y="42126"/>
                  <a:pt x="203329" y="27593"/>
                  <a:pt x="183907" y="24311"/>
                </a:cubicBezTo>
                <a:cubicBezTo>
                  <a:pt x="159931" y="20360"/>
                  <a:pt x="133878" y="20561"/>
                  <a:pt x="112380" y="24378"/>
                </a:cubicBezTo>
                <a:cubicBezTo>
                  <a:pt x="82108" y="29736"/>
                  <a:pt x="76617" y="40920"/>
                  <a:pt x="76617" y="61615"/>
                </a:cubicBezTo>
                <a:lnTo>
                  <a:pt x="76617" y="88873"/>
                </a:lnTo>
                <a:lnTo>
                  <a:pt x="148210" y="88873"/>
                </a:lnTo>
                <a:lnTo>
                  <a:pt x="148210" y="97981"/>
                </a:lnTo>
                <a:lnTo>
                  <a:pt x="49761" y="97981"/>
                </a:lnTo>
                <a:cubicBezTo>
                  <a:pt x="28932" y="97981"/>
                  <a:pt x="10716" y="110505"/>
                  <a:pt x="5023" y="134280"/>
                </a:cubicBezTo>
                <a:cubicBezTo>
                  <a:pt x="-1540" y="161538"/>
                  <a:pt x="-1808" y="178549"/>
                  <a:pt x="5023" y="207012"/>
                </a:cubicBezTo>
                <a:cubicBezTo>
                  <a:pt x="10113" y="228176"/>
                  <a:pt x="22235" y="243312"/>
                  <a:pt x="43063" y="243312"/>
                </a:cubicBezTo>
                <a:lnTo>
                  <a:pt x="67642" y="243312"/>
                </a:lnTo>
                <a:lnTo>
                  <a:pt x="67642" y="210629"/>
                </a:lnTo>
                <a:cubicBezTo>
                  <a:pt x="67642" y="186988"/>
                  <a:pt x="88069" y="166159"/>
                  <a:pt x="112380" y="166159"/>
                </a:cubicBezTo>
                <a:close/>
                <a:moveTo>
                  <a:pt x="107960" y="43331"/>
                </a:moveTo>
                <a:cubicBezTo>
                  <a:pt x="115500" y="43331"/>
                  <a:pt x="121622" y="49453"/>
                  <a:pt x="121622" y="56994"/>
                </a:cubicBezTo>
                <a:cubicBezTo>
                  <a:pt x="121622" y="64534"/>
                  <a:pt x="115500" y="70656"/>
                  <a:pt x="107960" y="70656"/>
                </a:cubicBezTo>
                <a:cubicBezTo>
                  <a:pt x="100419" y="70656"/>
                  <a:pt x="94297" y="64534"/>
                  <a:pt x="94297" y="56994"/>
                </a:cubicBezTo>
                <a:cubicBezTo>
                  <a:pt x="94297" y="49453"/>
                  <a:pt x="100419" y="43331"/>
                  <a:pt x="107960" y="43331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6" name="Text 8"/>
          <p:cNvSpPr/>
          <p:nvPr/>
        </p:nvSpPr>
        <p:spPr>
          <a:xfrm>
            <a:off x="1600200" y="1706166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Python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600200" y="212526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Primary programming language for AI model development, data processing, and system integration with extensive library support.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00050" y="3448050"/>
            <a:ext cx="5581650" cy="1847850"/>
          </a:xfrm>
          <a:custGeom>
            <a:avLst/>
            <a:gdLst/>
            <a:ahLst/>
            <a:cxnLst/>
            <a:rect l="l" t="t" r="r" b="b"/>
            <a:pathLst>
              <a:path w="5581650" h="1847850">
                <a:moveTo>
                  <a:pt x="38100" y="0"/>
                </a:moveTo>
                <a:lnTo>
                  <a:pt x="5429258" y="0"/>
                </a:lnTo>
                <a:cubicBezTo>
                  <a:pt x="5513422" y="0"/>
                  <a:pt x="5581650" y="68228"/>
                  <a:pt x="5581650" y="152392"/>
                </a:cubicBezTo>
                <a:lnTo>
                  <a:pt x="5581650" y="1695458"/>
                </a:lnTo>
                <a:cubicBezTo>
                  <a:pt x="5581650" y="1779622"/>
                  <a:pt x="5513422" y="1847850"/>
                  <a:pt x="5429258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9" name="Shape 11"/>
          <p:cNvSpPr/>
          <p:nvPr/>
        </p:nvSpPr>
        <p:spPr>
          <a:xfrm>
            <a:off x="400050" y="34480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20" name="Shape 12"/>
          <p:cNvSpPr/>
          <p:nvPr/>
        </p:nvSpPr>
        <p:spPr>
          <a:xfrm>
            <a:off x="647700" y="39909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21" name="Shape 13"/>
          <p:cNvSpPr/>
          <p:nvPr/>
        </p:nvSpPr>
        <p:spPr>
          <a:xfrm>
            <a:off x="835819" y="420052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92881" y="21431"/>
                </a:moveTo>
                <a:cubicBezTo>
                  <a:pt x="138767" y="21431"/>
                  <a:pt x="95436" y="46077"/>
                  <a:pt x="63892" y="75411"/>
                </a:cubicBezTo>
                <a:cubicBezTo>
                  <a:pt x="32549" y="104544"/>
                  <a:pt x="11586" y="139303"/>
                  <a:pt x="1607" y="163212"/>
                </a:cubicBezTo>
                <a:cubicBezTo>
                  <a:pt x="-603" y="168503"/>
                  <a:pt x="-603" y="174397"/>
                  <a:pt x="1607" y="179688"/>
                </a:cubicBezTo>
                <a:cubicBezTo>
                  <a:pt x="11586" y="203597"/>
                  <a:pt x="32549" y="238423"/>
                  <a:pt x="63892" y="267489"/>
                </a:cubicBezTo>
                <a:cubicBezTo>
                  <a:pt x="95436" y="296756"/>
                  <a:pt x="138767" y="321469"/>
                  <a:pt x="192881" y="321469"/>
                </a:cubicBezTo>
                <a:cubicBezTo>
                  <a:pt x="246995" y="321469"/>
                  <a:pt x="290326" y="296823"/>
                  <a:pt x="321871" y="267489"/>
                </a:cubicBezTo>
                <a:cubicBezTo>
                  <a:pt x="353214" y="238356"/>
                  <a:pt x="374176" y="203597"/>
                  <a:pt x="384155" y="179688"/>
                </a:cubicBezTo>
                <a:cubicBezTo>
                  <a:pt x="386365" y="174397"/>
                  <a:pt x="386365" y="168503"/>
                  <a:pt x="384155" y="163212"/>
                </a:cubicBezTo>
                <a:cubicBezTo>
                  <a:pt x="374176" y="139303"/>
                  <a:pt x="353214" y="104477"/>
                  <a:pt x="321871" y="75411"/>
                </a:cubicBezTo>
                <a:cubicBezTo>
                  <a:pt x="290326" y="46144"/>
                  <a:pt x="246995" y="21431"/>
                  <a:pt x="192881" y="21431"/>
                </a:cubicBezTo>
                <a:close/>
                <a:moveTo>
                  <a:pt x="96441" y="171450"/>
                </a:moveTo>
                <a:cubicBezTo>
                  <a:pt x="96441" y="118223"/>
                  <a:pt x="139654" y="75009"/>
                  <a:pt x="192881" y="75009"/>
                </a:cubicBezTo>
                <a:cubicBezTo>
                  <a:pt x="246108" y="75009"/>
                  <a:pt x="289322" y="118223"/>
                  <a:pt x="289322" y="171450"/>
                </a:cubicBezTo>
                <a:cubicBezTo>
                  <a:pt x="289322" y="224677"/>
                  <a:pt x="246108" y="267891"/>
                  <a:pt x="192881" y="267891"/>
                </a:cubicBezTo>
                <a:cubicBezTo>
                  <a:pt x="139654" y="267891"/>
                  <a:pt x="96441" y="224677"/>
                  <a:pt x="96441" y="171450"/>
                </a:cubicBezTo>
                <a:close/>
                <a:moveTo>
                  <a:pt x="192881" y="128588"/>
                </a:moveTo>
                <a:cubicBezTo>
                  <a:pt x="192881" y="152229"/>
                  <a:pt x="173660" y="171450"/>
                  <a:pt x="150019" y="171450"/>
                </a:cubicBezTo>
                <a:cubicBezTo>
                  <a:pt x="142317" y="171450"/>
                  <a:pt x="135084" y="169441"/>
                  <a:pt x="128788" y="165824"/>
                </a:cubicBezTo>
                <a:cubicBezTo>
                  <a:pt x="128119" y="173124"/>
                  <a:pt x="128721" y="180625"/>
                  <a:pt x="130731" y="188059"/>
                </a:cubicBezTo>
                <a:cubicBezTo>
                  <a:pt x="139906" y="222349"/>
                  <a:pt x="175200" y="242709"/>
                  <a:pt x="209490" y="233534"/>
                </a:cubicBezTo>
                <a:cubicBezTo>
                  <a:pt x="243780" y="224358"/>
                  <a:pt x="264140" y="189064"/>
                  <a:pt x="254965" y="154774"/>
                </a:cubicBezTo>
                <a:cubicBezTo>
                  <a:pt x="246794" y="124167"/>
                  <a:pt x="217795" y="104678"/>
                  <a:pt x="187256" y="107357"/>
                </a:cubicBezTo>
                <a:cubicBezTo>
                  <a:pt x="190805" y="113586"/>
                  <a:pt x="192881" y="120819"/>
                  <a:pt x="192881" y="128588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2" name="Text 14"/>
          <p:cNvSpPr/>
          <p:nvPr/>
        </p:nvSpPr>
        <p:spPr>
          <a:xfrm>
            <a:off x="1600200" y="3744516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OpenCV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600200" y="416361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Computer vision library for real-time image processing, video capture, and preprocessing facial data before AI analysis.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229350" y="1409700"/>
            <a:ext cx="5581650" cy="1847850"/>
          </a:xfrm>
          <a:custGeom>
            <a:avLst/>
            <a:gdLst/>
            <a:ahLst/>
            <a:cxnLst/>
            <a:rect l="l" t="t" r="r" b="b"/>
            <a:pathLst>
              <a:path w="5581650" h="1847850">
                <a:moveTo>
                  <a:pt x="38100" y="0"/>
                </a:moveTo>
                <a:lnTo>
                  <a:pt x="5429258" y="0"/>
                </a:lnTo>
                <a:cubicBezTo>
                  <a:pt x="5513422" y="0"/>
                  <a:pt x="5581650" y="68228"/>
                  <a:pt x="5581650" y="152392"/>
                </a:cubicBezTo>
                <a:lnTo>
                  <a:pt x="5581650" y="1695458"/>
                </a:lnTo>
                <a:cubicBezTo>
                  <a:pt x="5581650" y="1779622"/>
                  <a:pt x="5513422" y="1847850"/>
                  <a:pt x="5429258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25" name="Shape 17"/>
          <p:cNvSpPr/>
          <p:nvPr/>
        </p:nvSpPr>
        <p:spPr>
          <a:xfrm>
            <a:off x="6229350" y="14097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6" name="Shape 18"/>
          <p:cNvSpPr/>
          <p:nvPr/>
        </p:nvSpPr>
        <p:spPr>
          <a:xfrm>
            <a:off x="6477000" y="1952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6686550" y="21621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110773" y="215585"/>
                </a:moveTo>
                <a:cubicBezTo>
                  <a:pt x="124435" y="234337"/>
                  <a:pt x="146536" y="246459"/>
                  <a:pt x="171450" y="246459"/>
                </a:cubicBezTo>
                <a:cubicBezTo>
                  <a:pt x="196364" y="246459"/>
                  <a:pt x="218465" y="234337"/>
                  <a:pt x="232127" y="215585"/>
                </a:cubicBezTo>
                <a:cubicBezTo>
                  <a:pt x="237351" y="208419"/>
                  <a:pt x="247397" y="206812"/>
                  <a:pt x="254563" y="212035"/>
                </a:cubicBezTo>
                <a:cubicBezTo>
                  <a:pt x="261729" y="217259"/>
                  <a:pt x="263336" y="227305"/>
                  <a:pt x="258113" y="234471"/>
                </a:cubicBezTo>
                <a:cubicBezTo>
                  <a:pt x="238624" y="261193"/>
                  <a:pt x="207079" y="278606"/>
                  <a:pt x="171450" y="278606"/>
                </a:cubicBezTo>
                <a:cubicBezTo>
                  <a:pt x="135821" y="278606"/>
                  <a:pt x="104276" y="261193"/>
                  <a:pt x="84787" y="234471"/>
                </a:cubicBezTo>
                <a:cubicBezTo>
                  <a:pt x="79564" y="227305"/>
                  <a:pt x="81171" y="217259"/>
                  <a:pt x="88337" y="212035"/>
                </a:cubicBezTo>
                <a:cubicBezTo>
                  <a:pt x="95503" y="206812"/>
                  <a:pt x="105549" y="208419"/>
                  <a:pt x="110773" y="215585"/>
                </a:cubicBezTo>
                <a:close/>
                <a:moveTo>
                  <a:pt x="96441" y="139303"/>
                </a:moveTo>
                <a:cubicBezTo>
                  <a:pt x="96441" y="127475"/>
                  <a:pt x="106044" y="117872"/>
                  <a:pt x="117872" y="117872"/>
                </a:cubicBezTo>
                <a:cubicBezTo>
                  <a:pt x="129700" y="117872"/>
                  <a:pt x="139303" y="127475"/>
                  <a:pt x="139303" y="139303"/>
                </a:cubicBezTo>
                <a:cubicBezTo>
                  <a:pt x="139303" y="151131"/>
                  <a:pt x="129700" y="160734"/>
                  <a:pt x="117872" y="160734"/>
                </a:cubicBezTo>
                <a:cubicBezTo>
                  <a:pt x="106044" y="160734"/>
                  <a:pt x="96441" y="151131"/>
                  <a:pt x="96441" y="139303"/>
                </a:cubicBezTo>
                <a:close/>
                <a:moveTo>
                  <a:pt x="225028" y="117872"/>
                </a:moveTo>
                <a:cubicBezTo>
                  <a:pt x="236856" y="117872"/>
                  <a:pt x="246459" y="127475"/>
                  <a:pt x="246459" y="139303"/>
                </a:cubicBezTo>
                <a:cubicBezTo>
                  <a:pt x="246459" y="151131"/>
                  <a:pt x="236856" y="160734"/>
                  <a:pt x="225028" y="160734"/>
                </a:cubicBezTo>
                <a:cubicBezTo>
                  <a:pt x="213200" y="160734"/>
                  <a:pt x="203597" y="151131"/>
                  <a:pt x="203597" y="139303"/>
                </a:cubicBezTo>
                <a:cubicBezTo>
                  <a:pt x="203597" y="127475"/>
                  <a:pt x="213200" y="117872"/>
                  <a:pt x="225028" y="117872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8" name="Text 20"/>
          <p:cNvSpPr/>
          <p:nvPr/>
        </p:nvSpPr>
        <p:spPr>
          <a:xfrm>
            <a:off x="7429500" y="1706166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MediaPipe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429500" y="212526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Google's ML solution for face landmark detection with 468 facial points, enabling precise emotion and drowsiness analysis.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229350" y="3448050"/>
            <a:ext cx="5581650" cy="1847850"/>
          </a:xfrm>
          <a:custGeom>
            <a:avLst/>
            <a:gdLst/>
            <a:ahLst/>
            <a:cxnLst/>
            <a:rect l="l" t="t" r="r" b="b"/>
            <a:pathLst>
              <a:path w="5581650" h="1847850">
                <a:moveTo>
                  <a:pt x="38100" y="0"/>
                </a:moveTo>
                <a:lnTo>
                  <a:pt x="5429258" y="0"/>
                </a:lnTo>
                <a:cubicBezTo>
                  <a:pt x="5513422" y="0"/>
                  <a:pt x="5581650" y="68228"/>
                  <a:pt x="5581650" y="152392"/>
                </a:cubicBezTo>
                <a:lnTo>
                  <a:pt x="5581650" y="1695458"/>
                </a:lnTo>
                <a:cubicBezTo>
                  <a:pt x="5581650" y="1779622"/>
                  <a:pt x="5513422" y="1847850"/>
                  <a:pt x="5429258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1" name="Shape 23"/>
          <p:cNvSpPr/>
          <p:nvPr/>
        </p:nvSpPr>
        <p:spPr>
          <a:xfrm>
            <a:off x="6229350" y="34480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32" name="Shape 24"/>
          <p:cNvSpPr/>
          <p:nvPr/>
        </p:nvSpPr>
        <p:spPr>
          <a:xfrm>
            <a:off x="6477000" y="39909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33" name="Shape 25"/>
          <p:cNvSpPr/>
          <p:nvPr/>
        </p:nvSpPr>
        <p:spPr>
          <a:xfrm>
            <a:off x="6707981" y="420052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85725" y="-21431"/>
                </a:moveTo>
                <a:cubicBezTo>
                  <a:pt x="97579" y="-21431"/>
                  <a:pt x="107156" y="-11854"/>
                  <a:pt x="107156" y="0"/>
                </a:cubicBezTo>
                <a:lnTo>
                  <a:pt x="107156" y="64294"/>
                </a:lnTo>
                <a:lnTo>
                  <a:pt x="192881" y="64294"/>
                </a:lnTo>
                <a:lnTo>
                  <a:pt x="192881" y="0"/>
                </a:lnTo>
                <a:cubicBezTo>
                  <a:pt x="192881" y="-11854"/>
                  <a:pt x="202458" y="-21431"/>
                  <a:pt x="214313" y="-21431"/>
                </a:cubicBezTo>
                <a:cubicBezTo>
                  <a:pt x="226167" y="-21431"/>
                  <a:pt x="235744" y="-11854"/>
                  <a:pt x="235744" y="0"/>
                </a:cubicBezTo>
                <a:lnTo>
                  <a:pt x="235744" y="64294"/>
                </a:lnTo>
                <a:lnTo>
                  <a:pt x="278606" y="64294"/>
                </a:lnTo>
                <a:cubicBezTo>
                  <a:pt x="290460" y="64294"/>
                  <a:pt x="300038" y="73871"/>
                  <a:pt x="300038" y="85725"/>
                </a:cubicBezTo>
                <a:cubicBezTo>
                  <a:pt x="300038" y="97579"/>
                  <a:pt x="290460" y="107156"/>
                  <a:pt x="278606" y="107156"/>
                </a:cubicBezTo>
                <a:lnTo>
                  <a:pt x="278606" y="150019"/>
                </a:lnTo>
                <a:cubicBezTo>
                  <a:pt x="278606" y="213710"/>
                  <a:pt x="232261" y="266618"/>
                  <a:pt x="171450" y="276798"/>
                </a:cubicBezTo>
                <a:lnTo>
                  <a:pt x="171450" y="321469"/>
                </a:lnTo>
                <a:cubicBezTo>
                  <a:pt x="171450" y="333323"/>
                  <a:pt x="161873" y="342900"/>
                  <a:pt x="150019" y="342900"/>
                </a:cubicBezTo>
                <a:cubicBezTo>
                  <a:pt x="138165" y="342900"/>
                  <a:pt x="128588" y="333323"/>
                  <a:pt x="128588" y="321469"/>
                </a:cubicBezTo>
                <a:lnTo>
                  <a:pt x="128588" y="276798"/>
                </a:lnTo>
                <a:cubicBezTo>
                  <a:pt x="67776" y="266618"/>
                  <a:pt x="21431" y="213710"/>
                  <a:pt x="21431" y="150019"/>
                </a:cubicBezTo>
                <a:lnTo>
                  <a:pt x="21431" y="107156"/>
                </a:lnTo>
                <a:cubicBezTo>
                  <a:pt x="9577" y="107156"/>
                  <a:pt x="0" y="97579"/>
                  <a:pt x="0" y="85725"/>
                </a:cubicBezTo>
                <a:cubicBezTo>
                  <a:pt x="0" y="73871"/>
                  <a:pt x="9577" y="64294"/>
                  <a:pt x="21431" y="64294"/>
                </a:cubicBezTo>
                <a:lnTo>
                  <a:pt x="64294" y="64294"/>
                </a:lnTo>
                <a:lnTo>
                  <a:pt x="64294" y="0"/>
                </a:lnTo>
                <a:cubicBezTo>
                  <a:pt x="64294" y="-11854"/>
                  <a:pt x="73871" y="-21431"/>
                  <a:pt x="85725" y="-21431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4" name="Text 26"/>
          <p:cNvSpPr/>
          <p:nvPr/>
        </p:nvSpPr>
        <p:spPr>
          <a:xfrm>
            <a:off x="7429500" y="3744516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PySerial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429500" y="4163616"/>
            <a:ext cx="4238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Python library enabling serial communication between AI processing unit and ESP32 microcontroller for data transmission.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400050" y="5486400"/>
            <a:ext cx="11410950" cy="990600"/>
          </a:xfrm>
          <a:custGeom>
            <a:avLst/>
            <a:gdLst/>
            <a:ahLst/>
            <a:cxnLst/>
            <a:rect l="l" t="t" r="r" b="b"/>
            <a:pathLst>
              <a:path w="11410950" h="990600">
                <a:moveTo>
                  <a:pt x="38100" y="0"/>
                </a:moveTo>
                <a:lnTo>
                  <a:pt x="11296655" y="0"/>
                </a:lnTo>
                <a:cubicBezTo>
                  <a:pt x="11359736" y="0"/>
                  <a:pt x="11410950" y="51214"/>
                  <a:pt x="11410950" y="114295"/>
                </a:cubicBezTo>
                <a:lnTo>
                  <a:pt x="11410950" y="876305"/>
                </a:lnTo>
                <a:cubicBezTo>
                  <a:pt x="11410950" y="939386"/>
                  <a:pt x="11359736" y="990600"/>
                  <a:pt x="112966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7" name="Shape 29"/>
          <p:cNvSpPr/>
          <p:nvPr/>
        </p:nvSpPr>
        <p:spPr>
          <a:xfrm>
            <a:off x="400050" y="548640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8" name="Shape 30"/>
          <p:cNvSpPr/>
          <p:nvPr/>
        </p:nvSpPr>
        <p:spPr>
          <a:xfrm>
            <a:off x="609600" y="567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773906" y="5838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0" name="Text 32"/>
          <p:cNvSpPr/>
          <p:nvPr/>
        </p:nvSpPr>
        <p:spPr>
          <a:xfrm>
            <a:off x="1371600" y="5676900"/>
            <a:ext cx="945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Arduino IDE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1371600" y="6019681"/>
            <a:ext cx="942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Development environment for programming ESP32 firmware, controlling hardware components, and managing I/O operations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Google Shape;192;p8">
            <a:extLst>
              <a:ext uri="{FF2B5EF4-FFF2-40B4-BE49-F238E27FC236}">
                <a16:creationId xmlns:a16="http://schemas.microsoft.com/office/drawing/2014/main" id="{C18E6B52-6EFE-517D-AF7B-07E5CA245F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2471" y="86525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91;p8">
            <a:extLst>
              <a:ext uri="{FF2B5EF4-FFF2-40B4-BE49-F238E27FC236}">
                <a16:creationId xmlns:a16="http://schemas.microsoft.com/office/drawing/2014/main" id="{FA051A7D-2153-E572-9DFA-8408DD6619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589" y="140259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F926E6E4-0F48-8551-3B42-8078BA92CE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04A6F461-7354-0DBE-A86B-ED57212AFA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F9AE7F5-78A7-D1B5-06E7-796CA36A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>
            <a:extLst>
              <a:ext uri="{FF2B5EF4-FFF2-40B4-BE49-F238E27FC236}">
                <a16:creationId xmlns:a16="http://schemas.microsoft.com/office/drawing/2014/main" id="{070610C7-CAF6-4C1C-5950-487AC2DFEFCE}"/>
              </a:ext>
            </a:extLst>
          </p:cNvPr>
          <p:cNvSpPr/>
          <p:nvPr/>
        </p:nvSpPr>
        <p:spPr>
          <a:xfrm>
            <a:off x="3529965" y="4619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01" name="Shape 1">
            <a:extLst>
              <a:ext uri="{FF2B5EF4-FFF2-40B4-BE49-F238E27FC236}">
                <a16:creationId xmlns:a16="http://schemas.microsoft.com/office/drawing/2014/main" id="{1A43C16B-C149-2CEE-2401-E5A872B5F486}"/>
              </a:ext>
            </a:extLst>
          </p:cNvPr>
          <p:cNvSpPr/>
          <p:nvPr/>
        </p:nvSpPr>
        <p:spPr>
          <a:xfrm>
            <a:off x="3644265" y="5762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02" name="Text 2">
            <a:extLst>
              <a:ext uri="{FF2B5EF4-FFF2-40B4-BE49-F238E27FC236}">
                <a16:creationId xmlns:a16="http://schemas.microsoft.com/office/drawing/2014/main" id="{15D8E3A1-E065-80AE-3FF6-08CBB6D02871}"/>
              </a:ext>
            </a:extLst>
          </p:cNvPr>
          <p:cNvSpPr/>
          <p:nvPr/>
        </p:nvSpPr>
        <p:spPr>
          <a:xfrm>
            <a:off x="4101465" y="347663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05 / Components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D98A9A4A-74E1-40D9-B237-C2C946B83F82}"/>
              </a:ext>
            </a:extLst>
          </p:cNvPr>
          <p:cNvSpPr/>
          <p:nvPr/>
        </p:nvSpPr>
        <p:spPr>
          <a:xfrm>
            <a:off x="4101465" y="576263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Hardware Components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" name="Image 0" descr="https://kimi-web-img.moonshot.cn/img/www.adafruit.com/6015a08cd63fe2df04b07fff16a8f27fc2aa3c19.jpg">
            <a:extLst>
              <a:ext uri="{FF2B5EF4-FFF2-40B4-BE49-F238E27FC236}">
                <a16:creationId xmlns:a16="http://schemas.microsoft.com/office/drawing/2014/main" id="{7BA597AC-509A-3982-C04E-F13B4EFF8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" r="63"/>
          <a:stretch/>
        </p:blipFill>
        <p:spPr>
          <a:xfrm>
            <a:off x="381000" y="1668305"/>
            <a:ext cx="5010150" cy="3762375"/>
          </a:xfrm>
          <a:prstGeom prst="roundRect">
            <a:avLst>
              <a:gd name="adj" fmla="val 4051"/>
            </a:avLst>
          </a:prstGeom>
        </p:spPr>
      </p:pic>
      <p:sp>
        <p:nvSpPr>
          <p:cNvPr id="105" name="Shape 4">
            <a:extLst>
              <a:ext uri="{FF2B5EF4-FFF2-40B4-BE49-F238E27FC236}">
                <a16:creationId xmlns:a16="http://schemas.microsoft.com/office/drawing/2014/main" id="{C711DC08-CE18-3FE8-5832-5B0440C8899A}"/>
              </a:ext>
            </a:extLst>
          </p:cNvPr>
          <p:cNvSpPr/>
          <p:nvPr/>
        </p:nvSpPr>
        <p:spPr>
          <a:xfrm>
            <a:off x="5669280" y="1533525"/>
            <a:ext cx="2981325" cy="1390650"/>
          </a:xfrm>
          <a:custGeom>
            <a:avLst/>
            <a:gdLst/>
            <a:ahLst/>
            <a:cxnLst/>
            <a:rect l="l" t="t" r="r" b="b"/>
            <a:pathLst>
              <a:path w="2981325" h="1390650">
                <a:moveTo>
                  <a:pt x="38100" y="0"/>
                </a:moveTo>
                <a:lnTo>
                  <a:pt x="2867027" y="0"/>
                </a:lnTo>
                <a:cubicBezTo>
                  <a:pt x="2930152" y="0"/>
                  <a:pt x="2981325" y="51173"/>
                  <a:pt x="2981325" y="114298"/>
                </a:cubicBezTo>
                <a:lnTo>
                  <a:pt x="2981325" y="1276352"/>
                </a:lnTo>
                <a:cubicBezTo>
                  <a:pt x="2981325" y="1339477"/>
                  <a:pt x="2930152" y="1390650"/>
                  <a:pt x="2867027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06" name="Shape 5">
            <a:extLst>
              <a:ext uri="{FF2B5EF4-FFF2-40B4-BE49-F238E27FC236}">
                <a16:creationId xmlns:a16="http://schemas.microsoft.com/office/drawing/2014/main" id="{88417A20-CBBB-4A4E-C689-1DCF31E6A5B9}"/>
              </a:ext>
            </a:extLst>
          </p:cNvPr>
          <p:cNvSpPr/>
          <p:nvPr/>
        </p:nvSpPr>
        <p:spPr>
          <a:xfrm>
            <a:off x="5669280" y="1533525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07" name="Shape 6">
            <a:extLst>
              <a:ext uri="{FF2B5EF4-FFF2-40B4-BE49-F238E27FC236}">
                <a16:creationId xmlns:a16="http://schemas.microsoft.com/office/drawing/2014/main" id="{B61F4B21-625F-FFC6-4C08-E4EF49C5251D}"/>
              </a:ext>
            </a:extLst>
          </p:cNvPr>
          <p:cNvSpPr/>
          <p:nvPr/>
        </p:nvSpPr>
        <p:spPr>
          <a:xfrm>
            <a:off x="5840730" y="168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08" name="Shape 7">
            <a:extLst>
              <a:ext uri="{FF2B5EF4-FFF2-40B4-BE49-F238E27FC236}">
                <a16:creationId xmlns:a16="http://schemas.microsoft.com/office/drawing/2014/main" id="{989AE93B-92C5-8FCA-E3CC-F6331CD2E353}"/>
              </a:ext>
            </a:extLst>
          </p:cNvPr>
          <p:cNvSpPr/>
          <p:nvPr/>
        </p:nvSpPr>
        <p:spPr>
          <a:xfrm>
            <a:off x="5947886" y="1790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09" name="Text 8">
            <a:extLst>
              <a:ext uri="{FF2B5EF4-FFF2-40B4-BE49-F238E27FC236}">
                <a16:creationId xmlns:a16="http://schemas.microsoft.com/office/drawing/2014/main" id="{0A88A02E-45FC-A622-F7A4-701AA168B213}"/>
              </a:ext>
            </a:extLst>
          </p:cNvPr>
          <p:cNvSpPr/>
          <p:nvPr/>
        </p:nvSpPr>
        <p:spPr>
          <a:xfrm>
            <a:off x="6336030" y="1743075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ESP32 Dev Board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9">
            <a:extLst>
              <a:ext uri="{FF2B5EF4-FFF2-40B4-BE49-F238E27FC236}">
                <a16:creationId xmlns:a16="http://schemas.microsoft.com/office/drawing/2014/main" id="{74E763A6-6004-9D98-0753-FEFB91ADEC16}"/>
              </a:ext>
            </a:extLst>
          </p:cNvPr>
          <p:cNvSpPr/>
          <p:nvPr/>
        </p:nvSpPr>
        <p:spPr>
          <a:xfrm>
            <a:off x="5840730" y="2143125"/>
            <a:ext cx="27336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Dual-core microcontroller with Wi-Fi/Bluetooth for central control and processing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DC4147ED-230A-67F6-91D3-A2FDD66FB3EA}"/>
              </a:ext>
            </a:extLst>
          </p:cNvPr>
          <p:cNvSpPr/>
          <p:nvPr/>
        </p:nvSpPr>
        <p:spPr>
          <a:xfrm>
            <a:off x="8825865" y="1533525"/>
            <a:ext cx="2981325" cy="1390650"/>
          </a:xfrm>
          <a:custGeom>
            <a:avLst/>
            <a:gdLst/>
            <a:ahLst/>
            <a:cxnLst/>
            <a:rect l="l" t="t" r="r" b="b"/>
            <a:pathLst>
              <a:path w="2981325" h="1390650">
                <a:moveTo>
                  <a:pt x="38100" y="0"/>
                </a:moveTo>
                <a:lnTo>
                  <a:pt x="2867027" y="0"/>
                </a:lnTo>
                <a:cubicBezTo>
                  <a:pt x="2930152" y="0"/>
                  <a:pt x="2981325" y="51173"/>
                  <a:pt x="2981325" y="114298"/>
                </a:cubicBezTo>
                <a:lnTo>
                  <a:pt x="2981325" y="1276352"/>
                </a:lnTo>
                <a:cubicBezTo>
                  <a:pt x="2981325" y="1339477"/>
                  <a:pt x="2930152" y="1390650"/>
                  <a:pt x="2867027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12" name="Shape 11">
            <a:extLst>
              <a:ext uri="{FF2B5EF4-FFF2-40B4-BE49-F238E27FC236}">
                <a16:creationId xmlns:a16="http://schemas.microsoft.com/office/drawing/2014/main" id="{D8FF72EC-7F09-3BEE-76AF-75DA933BF961}"/>
              </a:ext>
            </a:extLst>
          </p:cNvPr>
          <p:cNvSpPr/>
          <p:nvPr/>
        </p:nvSpPr>
        <p:spPr>
          <a:xfrm>
            <a:off x="8825865" y="1533525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13" name="Shape 12">
            <a:extLst>
              <a:ext uri="{FF2B5EF4-FFF2-40B4-BE49-F238E27FC236}">
                <a16:creationId xmlns:a16="http://schemas.microsoft.com/office/drawing/2014/main" id="{8C1A5A91-D3FE-A866-D0DD-C5622218396D}"/>
              </a:ext>
            </a:extLst>
          </p:cNvPr>
          <p:cNvSpPr/>
          <p:nvPr/>
        </p:nvSpPr>
        <p:spPr>
          <a:xfrm>
            <a:off x="8997315" y="168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114" name="Shape 13">
            <a:extLst>
              <a:ext uri="{FF2B5EF4-FFF2-40B4-BE49-F238E27FC236}">
                <a16:creationId xmlns:a16="http://schemas.microsoft.com/office/drawing/2014/main" id="{302069A8-989F-1B14-A774-427D4FFC8E50}"/>
              </a:ext>
            </a:extLst>
          </p:cNvPr>
          <p:cNvSpPr/>
          <p:nvPr/>
        </p:nvSpPr>
        <p:spPr>
          <a:xfrm>
            <a:off x="9093756" y="17907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32147"/>
                </a:moveTo>
                <a:lnTo>
                  <a:pt x="2143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21431" y="32147"/>
                </a:lnTo>
                <a:close/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cubicBezTo>
                  <a:pt x="192881" y="124335"/>
                  <a:pt x="183271" y="133945"/>
                  <a:pt x="171450" y="133945"/>
                </a:cubicBezTo>
                <a:lnTo>
                  <a:pt x="21431" y="133945"/>
                </a:lnTo>
                <a:cubicBezTo>
                  <a:pt x="9611" y="133945"/>
                  <a:pt x="0" y="124335"/>
                  <a:pt x="0" y="112514"/>
                </a:cubicBezTo>
                <a:lnTo>
                  <a:pt x="0" y="32147"/>
                </a:lnTo>
                <a:close/>
                <a:moveTo>
                  <a:pt x="53578" y="150019"/>
                </a:moveTo>
                <a:lnTo>
                  <a:pt x="139303" y="150019"/>
                </a:lnTo>
                <a:cubicBezTo>
                  <a:pt x="145230" y="150019"/>
                  <a:pt x="150019" y="154807"/>
                  <a:pt x="150019" y="160734"/>
                </a:cubicBezTo>
                <a:cubicBezTo>
                  <a:pt x="150019" y="166661"/>
                  <a:pt x="145230" y="171450"/>
                  <a:pt x="139303" y="171450"/>
                </a:cubicBezTo>
                <a:lnTo>
                  <a:pt x="53578" y="171450"/>
                </a:lnTo>
                <a:cubicBezTo>
                  <a:pt x="47651" y="171450"/>
                  <a:pt x="42863" y="166661"/>
                  <a:pt x="42863" y="160734"/>
                </a:cubicBezTo>
                <a:cubicBezTo>
                  <a:pt x="42863" y="154807"/>
                  <a:pt x="47651" y="150019"/>
                  <a:pt x="53578" y="150019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15" name="Text 14">
            <a:extLst>
              <a:ext uri="{FF2B5EF4-FFF2-40B4-BE49-F238E27FC236}">
                <a16:creationId xmlns:a16="http://schemas.microsoft.com/office/drawing/2014/main" id="{982CAEBF-EA2F-CCB3-D51C-30743785A184}"/>
              </a:ext>
            </a:extLst>
          </p:cNvPr>
          <p:cNvSpPr/>
          <p:nvPr/>
        </p:nvSpPr>
        <p:spPr>
          <a:xfrm>
            <a:off x="9492615" y="1743075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1.8" TFT LCD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A930A206-7D55-6160-4F0B-160BB9495E34}"/>
              </a:ext>
            </a:extLst>
          </p:cNvPr>
          <p:cNvSpPr/>
          <p:nvPr/>
        </p:nvSpPr>
        <p:spPr>
          <a:xfrm>
            <a:off x="8997315" y="2143125"/>
            <a:ext cx="27336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ST7735 color display for real-time emotion status visualization and feedback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Shape 16">
            <a:extLst>
              <a:ext uri="{FF2B5EF4-FFF2-40B4-BE49-F238E27FC236}">
                <a16:creationId xmlns:a16="http://schemas.microsoft.com/office/drawing/2014/main" id="{9CBE68D1-C7FA-7641-4807-8C996EF6FE66}"/>
              </a:ext>
            </a:extLst>
          </p:cNvPr>
          <p:cNvSpPr/>
          <p:nvPr/>
        </p:nvSpPr>
        <p:spPr>
          <a:xfrm>
            <a:off x="5669280" y="3076575"/>
            <a:ext cx="2981325" cy="1181100"/>
          </a:xfrm>
          <a:custGeom>
            <a:avLst/>
            <a:gdLst/>
            <a:ahLst/>
            <a:cxnLst/>
            <a:rect l="l" t="t" r="r" b="b"/>
            <a:pathLst>
              <a:path w="2981325" h="1181100">
                <a:moveTo>
                  <a:pt x="38100" y="0"/>
                </a:moveTo>
                <a:lnTo>
                  <a:pt x="2867030" y="0"/>
                </a:lnTo>
                <a:cubicBezTo>
                  <a:pt x="2930153" y="0"/>
                  <a:pt x="2981325" y="51172"/>
                  <a:pt x="2981325" y="114295"/>
                </a:cubicBezTo>
                <a:lnTo>
                  <a:pt x="2981325" y="1066805"/>
                </a:lnTo>
                <a:cubicBezTo>
                  <a:pt x="2981325" y="1129928"/>
                  <a:pt x="2930153" y="1181100"/>
                  <a:pt x="28670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18" name="Shape 17">
            <a:extLst>
              <a:ext uri="{FF2B5EF4-FFF2-40B4-BE49-F238E27FC236}">
                <a16:creationId xmlns:a16="http://schemas.microsoft.com/office/drawing/2014/main" id="{04D2100A-EB39-8CC5-2840-D42188DC0EF5}"/>
              </a:ext>
            </a:extLst>
          </p:cNvPr>
          <p:cNvSpPr/>
          <p:nvPr/>
        </p:nvSpPr>
        <p:spPr>
          <a:xfrm>
            <a:off x="5669280" y="3076575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19" name="Shape 18">
            <a:extLst>
              <a:ext uri="{FF2B5EF4-FFF2-40B4-BE49-F238E27FC236}">
                <a16:creationId xmlns:a16="http://schemas.microsoft.com/office/drawing/2014/main" id="{958F85D6-2E0C-E71F-0880-86386F31D6F5}"/>
              </a:ext>
            </a:extLst>
          </p:cNvPr>
          <p:cNvSpPr/>
          <p:nvPr/>
        </p:nvSpPr>
        <p:spPr>
          <a:xfrm>
            <a:off x="5840730" y="3228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20" name="Shape 19">
            <a:extLst>
              <a:ext uri="{FF2B5EF4-FFF2-40B4-BE49-F238E27FC236}">
                <a16:creationId xmlns:a16="http://schemas.microsoft.com/office/drawing/2014/main" id="{04425D47-B31B-C637-9DEC-16E8E7342D85}"/>
              </a:ext>
            </a:extLst>
          </p:cNvPr>
          <p:cNvSpPr/>
          <p:nvPr/>
        </p:nvSpPr>
        <p:spPr>
          <a:xfrm>
            <a:off x="5937171" y="33337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64294" y="21431"/>
                </a:moveTo>
                <a:cubicBezTo>
                  <a:pt x="28798" y="21431"/>
                  <a:pt x="0" y="50229"/>
                  <a:pt x="0" y="85725"/>
                </a:cubicBezTo>
                <a:cubicBezTo>
                  <a:pt x="0" y="121221"/>
                  <a:pt x="28798" y="150019"/>
                  <a:pt x="64294" y="150019"/>
                </a:cubicBezTo>
                <a:lnTo>
                  <a:pt x="128588" y="150019"/>
                </a:lnTo>
                <a:cubicBezTo>
                  <a:pt x="164083" y="150019"/>
                  <a:pt x="192881" y="121221"/>
                  <a:pt x="192881" y="85725"/>
                </a:cubicBezTo>
                <a:cubicBezTo>
                  <a:pt x="192881" y="50229"/>
                  <a:pt x="164083" y="21431"/>
                  <a:pt x="128588" y="21431"/>
                </a:cubicBezTo>
                <a:lnTo>
                  <a:pt x="64294" y="21431"/>
                </a:lnTo>
                <a:close/>
                <a:moveTo>
                  <a:pt x="128588" y="53578"/>
                </a:moveTo>
                <a:cubicBezTo>
                  <a:pt x="146330" y="53578"/>
                  <a:pt x="160734" y="67983"/>
                  <a:pt x="160734" y="85725"/>
                </a:cubicBezTo>
                <a:cubicBezTo>
                  <a:pt x="160734" y="103467"/>
                  <a:pt x="146330" y="117872"/>
                  <a:pt x="128588" y="117872"/>
                </a:cubicBezTo>
                <a:cubicBezTo>
                  <a:pt x="110845" y="117872"/>
                  <a:pt x="96441" y="103467"/>
                  <a:pt x="96441" y="85725"/>
                </a:cubicBezTo>
                <a:cubicBezTo>
                  <a:pt x="96441" y="67983"/>
                  <a:pt x="110845" y="53578"/>
                  <a:pt x="128588" y="53578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21" name="Text 20">
            <a:extLst>
              <a:ext uri="{FF2B5EF4-FFF2-40B4-BE49-F238E27FC236}">
                <a16:creationId xmlns:a16="http://schemas.microsoft.com/office/drawing/2014/main" id="{4351290D-3862-A939-AD0D-F8D7E149FD73}"/>
              </a:ext>
            </a:extLst>
          </p:cNvPr>
          <p:cNvSpPr/>
          <p:nvPr/>
        </p:nvSpPr>
        <p:spPr>
          <a:xfrm>
            <a:off x="6336030" y="3286125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Relay Module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 21">
            <a:extLst>
              <a:ext uri="{FF2B5EF4-FFF2-40B4-BE49-F238E27FC236}">
                <a16:creationId xmlns:a16="http://schemas.microsoft.com/office/drawing/2014/main" id="{6A1FCB40-A14B-E89A-2D5D-B1A98ACE8FB3}"/>
              </a:ext>
            </a:extLst>
          </p:cNvPr>
          <p:cNvSpPr/>
          <p:nvPr/>
        </p:nvSpPr>
        <p:spPr>
          <a:xfrm>
            <a:off x="5840730" y="3686175"/>
            <a:ext cx="273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Electromechanical switch for controlling high-power motor circuits safely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Shape 22">
            <a:extLst>
              <a:ext uri="{FF2B5EF4-FFF2-40B4-BE49-F238E27FC236}">
                <a16:creationId xmlns:a16="http://schemas.microsoft.com/office/drawing/2014/main" id="{0507E57D-310A-07A6-94AD-4D779DB56F23}"/>
              </a:ext>
            </a:extLst>
          </p:cNvPr>
          <p:cNvSpPr/>
          <p:nvPr/>
        </p:nvSpPr>
        <p:spPr>
          <a:xfrm>
            <a:off x="8825865" y="3076575"/>
            <a:ext cx="2981325" cy="1181100"/>
          </a:xfrm>
          <a:custGeom>
            <a:avLst/>
            <a:gdLst/>
            <a:ahLst/>
            <a:cxnLst/>
            <a:rect l="l" t="t" r="r" b="b"/>
            <a:pathLst>
              <a:path w="2981325" h="1181100">
                <a:moveTo>
                  <a:pt x="38100" y="0"/>
                </a:moveTo>
                <a:lnTo>
                  <a:pt x="2867030" y="0"/>
                </a:lnTo>
                <a:cubicBezTo>
                  <a:pt x="2930153" y="0"/>
                  <a:pt x="2981325" y="51172"/>
                  <a:pt x="2981325" y="114295"/>
                </a:cubicBezTo>
                <a:lnTo>
                  <a:pt x="2981325" y="1066805"/>
                </a:lnTo>
                <a:cubicBezTo>
                  <a:pt x="2981325" y="1129928"/>
                  <a:pt x="2930153" y="1181100"/>
                  <a:pt x="28670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4" name="Shape 23">
            <a:extLst>
              <a:ext uri="{FF2B5EF4-FFF2-40B4-BE49-F238E27FC236}">
                <a16:creationId xmlns:a16="http://schemas.microsoft.com/office/drawing/2014/main" id="{872822E4-305C-1DB9-AA17-02F1E7F633A6}"/>
              </a:ext>
            </a:extLst>
          </p:cNvPr>
          <p:cNvSpPr/>
          <p:nvPr/>
        </p:nvSpPr>
        <p:spPr>
          <a:xfrm>
            <a:off x="8825865" y="3076575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25" name="Shape 24">
            <a:extLst>
              <a:ext uri="{FF2B5EF4-FFF2-40B4-BE49-F238E27FC236}">
                <a16:creationId xmlns:a16="http://schemas.microsoft.com/office/drawing/2014/main" id="{B1217365-387D-DF10-E788-474053CC6BBC}"/>
              </a:ext>
            </a:extLst>
          </p:cNvPr>
          <p:cNvSpPr/>
          <p:nvPr/>
        </p:nvSpPr>
        <p:spPr>
          <a:xfrm>
            <a:off x="8997315" y="3228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126" name="Shape 25">
            <a:extLst>
              <a:ext uri="{FF2B5EF4-FFF2-40B4-BE49-F238E27FC236}">
                <a16:creationId xmlns:a16="http://schemas.microsoft.com/office/drawing/2014/main" id="{EB57AFEC-1B46-A1A4-89BC-58C5AB5FACB1}"/>
              </a:ext>
            </a:extLst>
          </p:cNvPr>
          <p:cNvSpPr/>
          <p:nvPr/>
        </p:nvSpPr>
        <p:spPr>
          <a:xfrm>
            <a:off x="9115187" y="33337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0"/>
                </a:moveTo>
                <a:cubicBezTo>
                  <a:pt x="69082" y="0"/>
                  <a:pt x="64294" y="4789"/>
                  <a:pt x="64294" y="10716"/>
                </a:cubicBezTo>
                <a:lnTo>
                  <a:pt x="64294" y="11787"/>
                </a:lnTo>
                <a:cubicBezTo>
                  <a:pt x="39849" y="16743"/>
                  <a:pt x="21431" y="38375"/>
                  <a:pt x="21431" y="64294"/>
                </a:cubicBezTo>
                <a:lnTo>
                  <a:pt x="21431" y="71560"/>
                </a:lnTo>
                <a:cubicBezTo>
                  <a:pt x="21431" y="87667"/>
                  <a:pt x="15939" y="103305"/>
                  <a:pt x="5894" y="115896"/>
                </a:cubicBezTo>
                <a:lnTo>
                  <a:pt x="2612" y="119982"/>
                </a:lnTo>
                <a:cubicBezTo>
                  <a:pt x="904" y="122091"/>
                  <a:pt x="0" y="124703"/>
                  <a:pt x="0" y="127415"/>
                </a:cubicBezTo>
                <a:cubicBezTo>
                  <a:pt x="0" y="133979"/>
                  <a:pt x="5324" y="139303"/>
                  <a:pt x="11888" y="139303"/>
                </a:cubicBezTo>
                <a:lnTo>
                  <a:pt x="138098" y="139303"/>
                </a:lnTo>
                <a:cubicBezTo>
                  <a:pt x="144661" y="139303"/>
                  <a:pt x="149985" y="133979"/>
                  <a:pt x="149985" y="127415"/>
                </a:cubicBezTo>
                <a:cubicBezTo>
                  <a:pt x="149985" y="124703"/>
                  <a:pt x="149081" y="122091"/>
                  <a:pt x="147373" y="119982"/>
                </a:cubicBezTo>
                <a:lnTo>
                  <a:pt x="144092" y="115896"/>
                </a:lnTo>
                <a:cubicBezTo>
                  <a:pt x="134079" y="103305"/>
                  <a:pt x="128588" y="87667"/>
                  <a:pt x="128588" y="71560"/>
                </a:cubicBezTo>
                <a:lnTo>
                  <a:pt x="128588" y="64294"/>
                </a:lnTo>
                <a:cubicBezTo>
                  <a:pt x="128588" y="38375"/>
                  <a:pt x="110170" y="16743"/>
                  <a:pt x="85725" y="11787"/>
                </a:cubicBezTo>
                <a:lnTo>
                  <a:pt x="85725" y="10716"/>
                </a:lnTo>
                <a:cubicBezTo>
                  <a:pt x="85725" y="4789"/>
                  <a:pt x="80936" y="0"/>
                  <a:pt x="75009" y="0"/>
                </a:cubicBezTo>
                <a:close/>
                <a:moveTo>
                  <a:pt x="54248" y="155377"/>
                </a:moveTo>
                <a:cubicBezTo>
                  <a:pt x="56625" y="164619"/>
                  <a:pt x="65030" y="171450"/>
                  <a:pt x="75009" y="171450"/>
                </a:cubicBezTo>
                <a:cubicBezTo>
                  <a:pt x="84988" y="171450"/>
                  <a:pt x="93393" y="164619"/>
                  <a:pt x="95771" y="155377"/>
                </a:cubicBezTo>
                <a:lnTo>
                  <a:pt x="54248" y="155377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27" name="Text 26">
            <a:extLst>
              <a:ext uri="{FF2B5EF4-FFF2-40B4-BE49-F238E27FC236}">
                <a16:creationId xmlns:a16="http://schemas.microsoft.com/office/drawing/2014/main" id="{25E35551-1509-23B2-C796-52682D875346}"/>
              </a:ext>
            </a:extLst>
          </p:cNvPr>
          <p:cNvSpPr/>
          <p:nvPr/>
        </p:nvSpPr>
        <p:spPr>
          <a:xfrm>
            <a:off x="9492615" y="3286125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Buzzer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 27">
            <a:extLst>
              <a:ext uri="{FF2B5EF4-FFF2-40B4-BE49-F238E27FC236}">
                <a16:creationId xmlns:a16="http://schemas.microsoft.com/office/drawing/2014/main" id="{D14195C0-AECE-FEC1-3BD5-6570A20DBEF9}"/>
              </a:ext>
            </a:extLst>
          </p:cNvPr>
          <p:cNvSpPr/>
          <p:nvPr/>
        </p:nvSpPr>
        <p:spPr>
          <a:xfrm>
            <a:off x="8997315" y="3686175"/>
            <a:ext cx="273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Piezoelectric audio alarm for immediate drowsiness alerts to the driver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Shape 28">
            <a:extLst>
              <a:ext uri="{FF2B5EF4-FFF2-40B4-BE49-F238E27FC236}">
                <a16:creationId xmlns:a16="http://schemas.microsoft.com/office/drawing/2014/main" id="{E9E186E8-9BF3-935E-6980-DE79059FA8DA}"/>
              </a:ext>
            </a:extLst>
          </p:cNvPr>
          <p:cNvSpPr/>
          <p:nvPr/>
        </p:nvSpPr>
        <p:spPr>
          <a:xfrm>
            <a:off x="5669280" y="4410075"/>
            <a:ext cx="2981325" cy="1181100"/>
          </a:xfrm>
          <a:custGeom>
            <a:avLst/>
            <a:gdLst/>
            <a:ahLst/>
            <a:cxnLst/>
            <a:rect l="l" t="t" r="r" b="b"/>
            <a:pathLst>
              <a:path w="2981325" h="1181100">
                <a:moveTo>
                  <a:pt x="38100" y="0"/>
                </a:moveTo>
                <a:lnTo>
                  <a:pt x="2867030" y="0"/>
                </a:lnTo>
                <a:cubicBezTo>
                  <a:pt x="2930153" y="0"/>
                  <a:pt x="2981325" y="51172"/>
                  <a:pt x="2981325" y="114295"/>
                </a:cubicBezTo>
                <a:lnTo>
                  <a:pt x="2981325" y="1066805"/>
                </a:lnTo>
                <a:cubicBezTo>
                  <a:pt x="2981325" y="1129928"/>
                  <a:pt x="2930153" y="1181100"/>
                  <a:pt x="28670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30" name="Shape 29">
            <a:extLst>
              <a:ext uri="{FF2B5EF4-FFF2-40B4-BE49-F238E27FC236}">
                <a16:creationId xmlns:a16="http://schemas.microsoft.com/office/drawing/2014/main" id="{B39CF024-47C9-207E-DF1B-B0C148ACF8FF}"/>
              </a:ext>
            </a:extLst>
          </p:cNvPr>
          <p:cNvSpPr/>
          <p:nvPr/>
        </p:nvSpPr>
        <p:spPr>
          <a:xfrm>
            <a:off x="5669280" y="4410075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1" name="Shape 30">
            <a:extLst>
              <a:ext uri="{FF2B5EF4-FFF2-40B4-BE49-F238E27FC236}">
                <a16:creationId xmlns:a16="http://schemas.microsoft.com/office/drawing/2014/main" id="{F85E3F79-0FE3-9A8D-217C-540D15F4B4E9}"/>
              </a:ext>
            </a:extLst>
          </p:cNvPr>
          <p:cNvSpPr/>
          <p:nvPr/>
        </p:nvSpPr>
        <p:spPr>
          <a:xfrm>
            <a:off x="5840730" y="4562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132" name="Shape 31">
            <a:extLst>
              <a:ext uri="{FF2B5EF4-FFF2-40B4-BE49-F238E27FC236}">
                <a16:creationId xmlns:a16="http://schemas.microsoft.com/office/drawing/2014/main" id="{E45F790C-942E-F859-F661-086DBC9F6CFA}"/>
              </a:ext>
            </a:extLst>
          </p:cNvPr>
          <p:cNvSpPr/>
          <p:nvPr/>
        </p:nvSpPr>
        <p:spPr>
          <a:xfrm>
            <a:off x="5947886" y="4667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3" name="Text 32">
            <a:extLst>
              <a:ext uri="{FF2B5EF4-FFF2-40B4-BE49-F238E27FC236}">
                <a16:creationId xmlns:a16="http://schemas.microsoft.com/office/drawing/2014/main" id="{9720FCAC-0C2C-9F44-B3F7-52D9BACC380F}"/>
              </a:ext>
            </a:extLst>
          </p:cNvPr>
          <p:cNvSpPr/>
          <p:nvPr/>
        </p:nvSpPr>
        <p:spPr>
          <a:xfrm>
            <a:off x="6336030" y="4619625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DC Motor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 33">
            <a:extLst>
              <a:ext uri="{FF2B5EF4-FFF2-40B4-BE49-F238E27FC236}">
                <a16:creationId xmlns:a16="http://schemas.microsoft.com/office/drawing/2014/main" id="{B38A7DE3-F305-11E7-31EA-88525D0FF2D2}"/>
              </a:ext>
            </a:extLst>
          </p:cNvPr>
          <p:cNvSpPr/>
          <p:nvPr/>
        </p:nvSpPr>
        <p:spPr>
          <a:xfrm>
            <a:off x="5840730" y="5019675"/>
            <a:ext cx="273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Represents vehicle propulsion system controlled via relay for safety stop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Shape 34">
            <a:extLst>
              <a:ext uri="{FF2B5EF4-FFF2-40B4-BE49-F238E27FC236}">
                <a16:creationId xmlns:a16="http://schemas.microsoft.com/office/drawing/2014/main" id="{0470514D-38C4-3B93-4873-D0CCFDE4495A}"/>
              </a:ext>
            </a:extLst>
          </p:cNvPr>
          <p:cNvSpPr/>
          <p:nvPr/>
        </p:nvSpPr>
        <p:spPr>
          <a:xfrm>
            <a:off x="8825865" y="4410075"/>
            <a:ext cx="2981325" cy="1181100"/>
          </a:xfrm>
          <a:custGeom>
            <a:avLst/>
            <a:gdLst/>
            <a:ahLst/>
            <a:cxnLst/>
            <a:rect l="l" t="t" r="r" b="b"/>
            <a:pathLst>
              <a:path w="2981325" h="1181100">
                <a:moveTo>
                  <a:pt x="38100" y="0"/>
                </a:moveTo>
                <a:lnTo>
                  <a:pt x="2867030" y="0"/>
                </a:lnTo>
                <a:cubicBezTo>
                  <a:pt x="2930153" y="0"/>
                  <a:pt x="2981325" y="51172"/>
                  <a:pt x="2981325" y="114295"/>
                </a:cubicBezTo>
                <a:lnTo>
                  <a:pt x="2981325" y="1066805"/>
                </a:lnTo>
                <a:cubicBezTo>
                  <a:pt x="2981325" y="1129928"/>
                  <a:pt x="2930153" y="1181100"/>
                  <a:pt x="286703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36" name="Shape 35">
            <a:extLst>
              <a:ext uri="{FF2B5EF4-FFF2-40B4-BE49-F238E27FC236}">
                <a16:creationId xmlns:a16="http://schemas.microsoft.com/office/drawing/2014/main" id="{02A549B4-8E9F-A62C-D71E-E44E743EAB8D}"/>
              </a:ext>
            </a:extLst>
          </p:cNvPr>
          <p:cNvSpPr/>
          <p:nvPr/>
        </p:nvSpPr>
        <p:spPr>
          <a:xfrm>
            <a:off x="8825865" y="4410075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37" name="Shape 36">
            <a:extLst>
              <a:ext uri="{FF2B5EF4-FFF2-40B4-BE49-F238E27FC236}">
                <a16:creationId xmlns:a16="http://schemas.microsoft.com/office/drawing/2014/main" id="{A451C798-474C-3131-849D-FD6919EF4AB6}"/>
              </a:ext>
            </a:extLst>
          </p:cNvPr>
          <p:cNvSpPr/>
          <p:nvPr/>
        </p:nvSpPr>
        <p:spPr>
          <a:xfrm>
            <a:off x="8997315" y="4562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138" name="Shape 37">
            <a:extLst>
              <a:ext uri="{FF2B5EF4-FFF2-40B4-BE49-F238E27FC236}">
                <a16:creationId xmlns:a16="http://schemas.microsoft.com/office/drawing/2014/main" id="{5C60BD02-7F45-9C3E-4528-1587A2569E43}"/>
              </a:ext>
            </a:extLst>
          </p:cNvPr>
          <p:cNvSpPr/>
          <p:nvPr/>
        </p:nvSpPr>
        <p:spPr>
          <a:xfrm>
            <a:off x="9104472" y="4667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39" name="Text 38">
            <a:extLst>
              <a:ext uri="{FF2B5EF4-FFF2-40B4-BE49-F238E27FC236}">
                <a16:creationId xmlns:a16="http://schemas.microsoft.com/office/drawing/2014/main" id="{7262EC29-98D6-6E38-DFA9-D5675836E1DE}"/>
              </a:ext>
            </a:extLst>
          </p:cNvPr>
          <p:cNvSpPr/>
          <p:nvPr/>
        </p:nvSpPr>
        <p:spPr>
          <a:xfrm>
            <a:off x="9492615" y="4619625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Breadboard &amp; Wires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 39">
            <a:extLst>
              <a:ext uri="{FF2B5EF4-FFF2-40B4-BE49-F238E27FC236}">
                <a16:creationId xmlns:a16="http://schemas.microsoft.com/office/drawing/2014/main" id="{D76EF0BB-028C-DD67-3526-D22FBDFBFBE1}"/>
              </a:ext>
            </a:extLst>
          </p:cNvPr>
          <p:cNvSpPr/>
          <p:nvPr/>
        </p:nvSpPr>
        <p:spPr>
          <a:xfrm>
            <a:off x="8997315" y="5019675"/>
            <a:ext cx="2733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Prototyping platform and connections for circuit assembly and testing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Shape 40">
            <a:extLst>
              <a:ext uri="{FF2B5EF4-FFF2-40B4-BE49-F238E27FC236}">
                <a16:creationId xmlns:a16="http://schemas.microsoft.com/office/drawing/2014/main" id="{FD42349F-5D4B-B529-DEA7-5C2CF3B12825}"/>
              </a:ext>
            </a:extLst>
          </p:cNvPr>
          <p:cNvSpPr/>
          <p:nvPr/>
        </p:nvSpPr>
        <p:spPr>
          <a:xfrm>
            <a:off x="400050" y="5943600"/>
            <a:ext cx="11410950" cy="533400"/>
          </a:xfrm>
          <a:custGeom>
            <a:avLst/>
            <a:gdLst/>
            <a:ahLst/>
            <a:cxnLst/>
            <a:rect l="l" t="t" r="r" b="b"/>
            <a:pathLst>
              <a:path w="11410950" h="533400">
                <a:moveTo>
                  <a:pt x="38100" y="0"/>
                </a:moveTo>
                <a:lnTo>
                  <a:pt x="11296648" y="0"/>
                </a:lnTo>
                <a:cubicBezTo>
                  <a:pt x="11359733" y="0"/>
                  <a:pt x="11410950" y="51217"/>
                  <a:pt x="11410950" y="114302"/>
                </a:cubicBezTo>
                <a:lnTo>
                  <a:pt x="11410950" y="419098"/>
                </a:lnTo>
                <a:cubicBezTo>
                  <a:pt x="11410950" y="482183"/>
                  <a:pt x="11359733" y="533400"/>
                  <a:pt x="112966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42" name="Shape 41">
            <a:extLst>
              <a:ext uri="{FF2B5EF4-FFF2-40B4-BE49-F238E27FC236}">
                <a16:creationId xmlns:a16="http://schemas.microsoft.com/office/drawing/2014/main" id="{0537E144-9A16-958B-FC28-602C1B1D5ED4}"/>
              </a:ext>
            </a:extLst>
          </p:cNvPr>
          <p:cNvSpPr/>
          <p:nvPr/>
        </p:nvSpPr>
        <p:spPr>
          <a:xfrm>
            <a:off x="400050" y="5943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3" name="Shape 42">
            <a:extLst>
              <a:ext uri="{FF2B5EF4-FFF2-40B4-BE49-F238E27FC236}">
                <a16:creationId xmlns:a16="http://schemas.microsoft.com/office/drawing/2014/main" id="{87364EBE-320E-CF0C-A382-0F9CD5591864}"/>
              </a:ext>
            </a:extLst>
          </p:cNvPr>
          <p:cNvSpPr/>
          <p:nvPr/>
        </p:nvSpPr>
        <p:spPr>
          <a:xfrm>
            <a:off x="590550" y="61264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4" name="Text 43">
            <a:extLst>
              <a:ext uri="{FF2B5EF4-FFF2-40B4-BE49-F238E27FC236}">
                <a16:creationId xmlns:a16="http://schemas.microsoft.com/office/drawing/2014/main" id="{69F9B0AF-DB31-B67B-2AAA-A92C0E6024D9}"/>
              </a:ext>
            </a:extLst>
          </p:cNvPr>
          <p:cNvSpPr/>
          <p:nvPr/>
        </p:nvSpPr>
        <p:spPr>
          <a:xfrm>
            <a:off x="819150" y="6096000"/>
            <a:ext cx="1091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System Integration: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All components work together to create a complete drowsiness detection and safety response system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Google Shape;192;p8">
            <a:extLst>
              <a:ext uri="{FF2B5EF4-FFF2-40B4-BE49-F238E27FC236}">
                <a16:creationId xmlns:a16="http://schemas.microsoft.com/office/drawing/2014/main" id="{246ADA48-0B48-BC40-1C39-BD8FD40250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1030" y="73189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91;p8">
            <a:extLst>
              <a:ext uri="{FF2B5EF4-FFF2-40B4-BE49-F238E27FC236}">
                <a16:creationId xmlns:a16="http://schemas.microsoft.com/office/drawing/2014/main" id="{51E043FD-FD64-9FF7-249E-4F34DF9FDD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144" y="212102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Footer Placeholder 146">
            <a:extLst>
              <a:ext uri="{FF2B5EF4-FFF2-40B4-BE49-F238E27FC236}">
                <a16:creationId xmlns:a16="http://schemas.microsoft.com/office/drawing/2014/main" id="{A4A7AF2A-D117-BC75-D873-1901BE8991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148" name="Slide Number Placeholder 147">
            <a:extLst>
              <a:ext uri="{FF2B5EF4-FFF2-40B4-BE49-F238E27FC236}">
                <a16:creationId xmlns:a16="http://schemas.microsoft.com/office/drawing/2014/main" id="{FB421387-7D05-CB4B-7F0C-72F3840621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0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BCBACFA-6674-B0F7-BFEB-CAA481BEB3A3}"/>
              </a:ext>
            </a:extLst>
          </p:cNvPr>
          <p:cNvSpPr/>
          <p:nvPr/>
        </p:nvSpPr>
        <p:spPr>
          <a:xfrm>
            <a:off x="4464851" y="324462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C07D946-6E51-3EC2-D8ED-C05FBF5A507A}"/>
              </a:ext>
            </a:extLst>
          </p:cNvPr>
          <p:cNvSpPr/>
          <p:nvPr/>
        </p:nvSpPr>
        <p:spPr>
          <a:xfrm>
            <a:off x="4539751" y="424328"/>
            <a:ext cx="249666" cy="199732"/>
          </a:xfrm>
          <a:custGeom>
            <a:avLst/>
            <a:gdLst/>
            <a:ahLst/>
            <a:cxnLst/>
            <a:rect l="l" t="t" r="r" b="b"/>
            <a:pathLst>
              <a:path w="249666" h="199732">
                <a:moveTo>
                  <a:pt x="162244" y="82117"/>
                </a:moveTo>
                <a:cubicBezTo>
                  <a:pt x="167003" y="80829"/>
                  <a:pt x="171996" y="83092"/>
                  <a:pt x="174142" y="87500"/>
                </a:cubicBezTo>
                <a:lnTo>
                  <a:pt x="181398" y="102168"/>
                </a:lnTo>
                <a:cubicBezTo>
                  <a:pt x="185416" y="102714"/>
                  <a:pt x="189356" y="103806"/>
                  <a:pt x="193062" y="105328"/>
                </a:cubicBezTo>
                <a:lnTo>
                  <a:pt x="206715" y="96238"/>
                </a:lnTo>
                <a:cubicBezTo>
                  <a:pt x="210811" y="93508"/>
                  <a:pt x="216234" y="94054"/>
                  <a:pt x="219706" y="97526"/>
                </a:cubicBezTo>
                <a:lnTo>
                  <a:pt x="227196" y="105016"/>
                </a:lnTo>
                <a:cubicBezTo>
                  <a:pt x="230668" y="108487"/>
                  <a:pt x="231214" y="113949"/>
                  <a:pt x="228483" y="118006"/>
                </a:cubicBezTo>
                <a:lnTo>
                  <a:pt x="219394" y="131621"/>
                </a:lnTo>
                <a:cubicBezTo>
                  <a:pt x="220135" y="133454"/>
                  <a:pt x="220798" y="135366"/>
                  <a:pt x="221344" y="137355"/>
                </a:cubicBezTo>
                <a:cubicBezTo>
                  <a:pt x="221890" y="139345"/>
                  <a:pt x="222241" y="141295"/>
                  <a:pt x="222514" y="143285"/>
                </a:cubicBezTo>
                <a:lnTo>
                  <a:pt x="237221" y="150541"/>
                </a:lnTo>
                <a:cubicBezTo>
                  <a:pt x="241629" y="152725"/>
                  <a:pt x="243892" y="157718"/>
                  <a:pt x="242605" y="162439"/>
                </a:cubicBezTo>
                <a:lnTo>
                  <a:pt x="239874" y="172659"/>
                </a:lnTo>
                <a:cubicBezTo>
                  <a:pt x="238587" y="177380"/>
                  <a:pt x="234178" y="180578"/>
                  <a:pt x="229263" y="180266"/>
                </a:cubicBezTo>
                <a:lnTo>
                  <a:pt x="212879" y="179213"/>
                </a:lnTo>
                <a:cubicBezTo>
                  <a:pt x="210421" y="182373"/>
                  <a:pt x="207573" y="185299"/>
                  <a:pt x="204336" y="187795"/>
                </a:cubicBezTo>
                <a:lnTo>
                  <a:pt x="205389" y="204141"/>
                </a:lnTo>
                <a:cubicBezTo>
                  <a:pt x="205701" y="209056"/>
                  <a:pt x="202502" y="213503"/>
                  <a:pt x="197782" y="214751"/>
                </a:cubicBezTo>
                <a:lnTo>
                  <a:pt x="187561" y="217482"/>
                </a:lnTo>
                <a:cubicBezTo>
                  <a:pt x="182802" y="218769"/>
                  <a:pt x="177848" y="216507"/>
                  <a:pt x="175663" y="212099"/>
                </a:cubicBezTo>
                <a:lnTo>
                  <a:pt x="168407" y="197431"/>
                </a:lnTo>
                <a:cubicBezTo>
                  <a:pt x="164389" y="196885"/>
                  <a:pt x="160449" y="195792"/>
                  <a:pt x="156743" y="194271"/>
                </a:cubicBezTo>
                <a:lnTo>
                  <a:pt x="143090" y="203360"/>
                </a:lnTo>
                <a:cubicBezTo>
                  <a:pt x="138993" y="206091"/>
                  <a:pt x="133571" y="205545"/>
                  <a:pt x="130099" y="202073"/>
                </a:cubicBezTo>
                <a:lnTo>
                  <a:pt x="122609" y="194583"/>
                </a:lnTo>
                <a:cubicBezTo>
                  <a:pt x="119137" y="191111"/>
                  <a:pt x="118591" y="185689"/>
                  <a:pt x="121322" y="181593"/>
                </a:cubicBezTo>
                <a:lnTo>
                  <a:pt x="130411" y="167939"/>
                </a:lnTo>
                <a:cubicBezTo>
                  <a:pt x="129670" y="166106"/>
                  <a:pt x="129007" y="164194"/>
                  <a:pt x="128461" y="162205"/>
                </a:cubicBezTo>
                <a:cubicBezTo>
                  <a:pt x="127915" y="160215"/>
                  <a:pt x="127563" y="158226"/>
                  <a:pt x="127290" y="156275"/>
                </a:cubicBezTo>
                <a:lnTo>
                  <a:pt x="112584" y="149019"/>
                </a:lnTo>
                <a:cubicBezTo>
                  <a:pt x="108175" y="146835"/>
                  <a:pt x="105952" y="141841"/>
                  <a:pt x="107200" y="137121"/>
                </a:cubicBezTo>
                <a:lnTo>
                  <a:pt x="109931" y="126900"/>
                </a:lnTo>
                <a:cubicBezTo>
                  <a:pt x="111218" y="122180"/>
                  <a:pt x="115626" y="118981"/>
                  <a:pt x="120542" y="119293"/>
                </a:cubicBezTo>
                <a:lnTo>
                  <a:pt x="136887" y="120347"/>
                </a:lnTo>
                <a:cubicBezTo>
                  <a:pt x="139345" y="117187"/>
                  <a:pt x="142192" y="114261"/>
                  <a:pt x="145430" y="111764"/>
                </a:cubicBezTo>
                <a:lnTo>
                  <a:pt x="144377" y="95458"/>
                </a:lnTo>
                <a:cubicBezTo>
                  <a:pt x="144065" y="90543"/>
                  <a:pt x="147264" y="86096"/>
                  <a:pt x="151984" y="84847"/>
                </a:cubicBezTo>
                <a:lnTo>
                  <a:pt x="162205" y="82117"/>
                </a:lnTo>
                <a:close/>
                <a:moveTo>
                  <a:pt x="174922" y="132635"/>
                </a:moveTo>
                <a:cubicBezTo>
                  <a:pt x="165449" y="132646"/>
                  <a:pt x="157766" y="140345"/>
                  <a:pt x="157777" y="149819"/>
                </a:cubicBezTo>
                <a:cubicBezTo>
                  <a:pt x="157788" y="159292"/>
                  <a:pt x="165488" y="166975"/>
                  <a:pt x="174961" y="166964"/>
                </a:cubicBezTo>
                <a:cubicBezTo>
                  <a:pt x="184434" y="166953"/>
                  <a:pt x="192117" y="159253"/>
                  <a:pt x="192106" y="149780"/>
                </a:cubicBezTo>
                <a:cubicBezTo>
                  <a:pt x="192095" y="140306"/>
                  <a:pt x="184395" y="132624"/>
                  <a:pt x="174922" y="132635"/>
                </a:cubicBezTo>
                <a:close/>
                <a:moveTo>
                  <a:pt x="87734" y="-17750"/>
                </a:moveTo>
                <a:lnTo>
                  <a:pt x="97955" y="-15019"/>
                </a:lnTo>
                <a:cubicBezTo>
                  <a:pt x="102675" y="-13732"/>
                  <a:pt x="105874" y="-9284"/>
                  <a:pt x="105562" y="-4408"/>
                </a:cubicBezTo>
                <a:lnTo>
                  <a:pt x="104508" y="11898"/>
                </a:lnTo>
                <a:cubicBezTo>
                  <a:pt x="107746" y="14395"/>
                  <a:pt x="110594" y="17282"/>
                  <a:pt x="113052" y="20480"/>
                </a:cubicBezTo>
                <a:lnTo>
                  <a:pt x="129436" y="19427"/>
                </a:lnTo>
                <a:cubicBezTo>
                  <a:pt x="134312" y="19115"/>
                  <a:pt x="138759" y="22314"/>
                  <a:pt x="140047" y="27034"/>
                </a:cubicBezTo>
                <a:lnTo>
                  <a:pt x="142777" y="37255"/>
                </a:lnTo>
                <a:cubicBezTo>
                  <a:pt x="144026" y="41975"/>
                  <a:pt x="141802" y="46968"/>
                  <a:pt x="137394" y="49153"/>
                </a:cubicBezTo>
                <a:lnTo>
                  <a:pt x="122687" y="56409"/>
                </a:lnTo>
                <a:cubicBezTo>
                  <a:pt x="122414" y="58398"/>
                  <a:pt x="122024" y="60388"/>
                  <a:pt x="121517" y="62338"/>
                </a:cubicBezTo>
                <a:cubicBezTo>
                  <a:pt x="121010" y="64289"/>
                  <a:pt x="120308" y="66239"/>
                  <a:pt x="119566" y="68073"/>
                </a:cubicBezTo>
                <a:lnTo>
                  <a:pt x="128656" y="81726"/>
                </a:lnTo>
                <a:cubicBezTo>
                  <a:pt x="131386" y="85823"/>
                  <a:pt x="130840" y="91245"/>
                  <a:pt x="127368" y="94717"/>
                </a:cubicBezTo>
                <a:lnTo>
                  <a:pt x="119878" y="102207"/>
                </a:lnTo>
                <a:cubicBezTo>
                  <a:pt x="116407" y="105679"/>
                  <a:pt x="110984" y="106225"/>
                  <a:pt x="106888" y="103494"/>
                </a:cubicBezTo>
                <a:lnTo>
                  <a:pt x="93234" y="94405"/>
                </a:lnTo>
                <a:cubicBezTo>
                  <a:pt x="89528" y="95926"/>
                  <a:pt x="85588" y="97018"/>
                  <a:pt x="81570" y="97565"/>
                </a:cubicBezTo>
                <a:lnTo>
                  <a:pt x="74315" y="112232"/>
                </a:lnTo>
                <a:cubicBezTo>
                  <a:pt x="72130" y="116641"/>
                  <a:pt x="67137" y="118864"/>
                  <a:pt x="62416" y="117616"/>
                </a:cubicBezTo>
                <a:lnTo>
                  <a:pt x="52196" y="114885"/>
                </a:lnTo>
                <a:cubicBezTo>
                  <a:pt x="47436" y="113598"/>
                  <a:pt x="44277" y="109151"/>
                  <a:pt x="44589" y="104274"/>
                </a:cubicBezTo>
                <a:lnTo>
                  <a:pt x="45642" y="87929"/>
                </a:lnTo>
                <a:cubicBezTo>
                  <a:pt x="42404" y="85432"/>
                  <a:pt x="39556" y="82546"/>
                  <a:pt x="37099" y="79347"/>
                </a:cubicBezTo>
                <a:lnTo>
                  <a:pt x="20714" y="80400"/>
                </a:lnTo>
                <a:cubicBezTo>
                  <a:pt x="15838" y="80712"/>
                  <a:pt x="11391" y="77513"/>
                  <a:pt x="10104" y="72793"/>
                </a:cubicBezTo>
                <a:lnTo>
                  <a:pt x="7373" y="62572"/>
                </a:lnTo>
                <a:cubicBezTo>
                  <a:pt x="6125" y="57852"/>
                  <a:pt x="8348" y="52859"/>
                  <a:pt x="12756" y="50674"/>
                </a:cubicBezTo>
                <a:lnTo>
                  <a:pt x="27463" y="43418"/>
                </a:lnTo>
                <a:cubicBezTo>
                  <a:pt x="27736" y="41429"/>
                  <a:pt x="28126" y="39478"/>
                  <a:pt x="28634" y="37489"/>
                </a:cubicBezTo>
                <a:cubicBezTo>
                  <a:pt x="29180" y="35499"/>
                  <a:pt x="29804" y="33588"/>
                  <a:pt x="30584" y="31754"/>
                </a:cubicBezTo>
                <a:lnTo>
                  <a:pt x="21495" y="18140"/>
                </a:lnTo>
                <a:cubicBezTo>
                  <a:pt x="18764" y="14044"/>
                  <a:pt x="19310" y="8621"/>
                  <a:pt x="22782" y="5149"/>
                </a:cubicBezTo>
                <a:lnTo>
                  <a:pt x="30272" y="-2341"/>
                </a:lnTo>
                <a:cubicBezTo>
                  <a:pt x="33744" y="-5813"/>
                  <a:pt x="39166" y="-6359"/>
                  <a:pt x="43262" y="-3628"/>
                </a:cubicBezTo>
                <a:lnTo>
                  <a:pt x="56916" y="5461"/>
                </a:lnTo>
                <a:cubicBezTo>
                  <a:pt x="60622" y="3940"/>
                  <a:pt x="64562" y="2848"/>
                  <a:pt x="68580" y="2302"/>
                </a:cubicBezTo>
                <a:lnTo>
                  <a:pt x="75836" y="-12366"/>
                </a:lnTo>
                <a:cubicBezTo>
                  <a:pt x="78020" y="-16774"/>
                  <a:pt x="82975" y="-18998"/>
                  <a:pt x="87734" y="-17750"/>
                </a:cubicBezTo>
                <a:close/>
                <a:moveTo>
                  <a:pt x="75056" y="32769"/>
                </a:moveTo>
                <a:cubicBezTo>
                  <a:pt x="65582" y="32769"/>
                  <a:pt x="57891" y="40460"/>
                  <a:pt x="57891" y="49933"/>
                </a:cubicBezTo>
                <a:cubicBezTo>
                  <a:pt x="57891" y="59406"/>
                  <a:pt x="65582" y="67098"/>
                  <a:pt x="75056" y="67098"/>
                </a:cubicBezTo>
                <a:cubicBezTo>
                  <a:pt x="84529" y="67098"/>
                  <a:pt x="92220" y="59406"/>
                  <a:pt x="92220" y="49933"/>
                </a:cubicBezTo>
                <a:cubicBezTo>
                  <a:pt x="92220" y="40460"/>
                  <a:pt x="84529" y="32769"/>
                  <a:pt x="75056" y="32769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49A3EA-B446-0346-1F50-EB478E590554}"/>
              </a:ext>
            </a:extLst>
          </p:cNvPr>
          <p:cNvSpPr/>
          <p:nvPr/>
        </p:nvSpPr>
        <p:spPr>
          <a:xfrm>
            <a:off x="4964182" y="224595"/>
            <a:ext cx="318739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kern="0" spc="52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06 / Process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483484-5613-46B9-DF47-2A485EBDFEB2}"/>
              </a:ext>
            </a:extLst>
          </p:cNvPr>
          <p:cNvSpPr/>
          <p:nvPr/>
        </p:nvSpPr>
        <p:spPr>
          <a:xfrm>
            <a:off x="4964182" y="424328"/>
            <a:ext cx="3320552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Working Principle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C0AAB91-E16E-6718-E44B-5A1D94CBE15F}"/>
              </a:ext>
            </a:extLst>
          </p:cNvPr>
          <p:cNvSpPr/>
          <p:nvPr/>
        </p:nvSpPr>
        <p:spPr>
          <a:xfrm>
            <a:off x="332887" y="1231683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89C9C6-2EEA-A252-EDB4-965525114FAE}"/>
              </a:ext>
            </a:extLst>
          </p:cNvPr>
          <p:cNvSpPr/>
          <p:nvPr/>
        </p:nvSpPr>
        <p:spPr>
          <a:xfrm>
            <a:off x="291276" y="1231683"/>
            <a:ext cx="549264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CA670BA-9C0D-5918-E0A0-D803D36DACFE}"/>
              </a:ext>
            </a:extLst>
          </p:cNvPr>
          <p:cNvSpPr/>
          <p:nvPr/>
        </p:nvSpPr>
        <p:spPr>
          <a:xfrm>
            <a:off x="549264" y="1764303"/>
            <a:ext cx="33289" cy="532620"/>
          </a:xfrm>
          <a:custGeom>
            <a:avLst/>
            <a:gdLst/>
            <a:ahLst/>
            <a:cxnLst/>
            <a:rect l="l" t="t" r="r" b="b"/>
            <a:pathLst>
              <a:path w="33289" h="532620">
                <a:moveTo>
                  <a:pt x="0" y="0"/>
                </a:moveTo>
                <a:lnTo>
                  <a:pt x="33289" y="0"/>
                </a:lnTo>
                <a:lnTo>
                  <a:pt x="33289" y="532620"/>
                </a:lnTo>
                <a:lnTo>
                  <a:pt x="0" y="532620"/>
                </a:lnTo>
                <a:lnTo>
                  <a:pt x="0" y="0"/>
                </a:ln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786D5EA-FC84-BC43-E702-E56C7A108D1F}"/>
              </a:ext>
            </a:extLst>
          </p:cNvPr>
          <p:cNvSpPr/>
          <p:nvPr/>
        </p:nvSpPr>
        <p:spPr>
          <a:xfrm>
            <a:off x="948729" y="1231683"/>
            <a:ext cx="5609152" cy="832218"/>
          </a:xfrm>
          <a:custGeom>
            <a:avLst/>
            <a:gdLst/>
            <a:ahLst/>
            <a:cxnLst/>
            <a:rect l="l" t="t" r="r" b="b"/>
            <a:pathLst>
              <a:path w="5609152" h="832218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732352"/>
                </a:lnTo>
                <a:cubicBezTo>
                  <a:pt x="5609152" y="787507"/>
                  <a:pt x="5564441" y="832218"/>
                  <a:pt x="5509286" y="832218"/>
                </a:cubicBez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2666AB3-D756-5222-D293-91B3A9F93DFF}"/>
              </a:ext>
            </a:extLst>
          </p:cNvPr>
          <p:cNvSpPr/>
          <p:nvPr/>
        </p:nvSpPr>
        <p:spPr>
          <a:xfrm>
            <a:off x="948729" y="1231683"/>
            <a:ext cx="33289" cy="832218"/>
          </a:xfrm>
          <a:custGeom>
            <a:avLst/>
            <a:gdLst/>
            <a:ahLst/>
            <a:cxnLst/>
            <a:rect l="l" t="t" r="r" b="b"/>
            <a:pathLst>
              <a:path w="33289" h="832218">
                <a:moveTo>
                  <a:pt x="33289" y="0"/>
                </a:moveTo>
                <a:lnTo>
                  <a:pt x="33289" y="0"/>
                </a:lnTo>
                <a:lnTo>
                  <a:pt x="33289" y="832218"/>
                </a:ln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D4B3198-8B10-4EAC-9663-5E2B5956ECDB}"/>
              </a:ext>
            </a:extLst>
          </p:cNvPr>
          <p:cNvSpPr/>
          <p:nvPr/>
        </p:nvSpPr>
        <p:spPr>
          <a:xfrm>
            <a:off x="1131817" y="1398127"/>
            <a:ext cx="534284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Face Capture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B040447-DED7-FFB0-00DB-B338CA0EEE93}"/>
              </a:ext>
            </a:extLst>
          </p:cNvPr>
          <p:cNvSpPr/>
          <p:nvPr/>
        </p:nvSpPr>
        <p:spPr>
          <a:xfrm>
            <a:off x="1131817" y="1697726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Webcam continuously captures driver's face in real-time at 30 FPS for analysis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44229CA-29AE-57B4-B886-39FF4ADBED1B}"/>
              </a:ext>
            </a:extLst>
          </p:cNvPr>
          <p:cNvSpPr/>
          <p:nvPr/>
        </p:nvSpPr>
        <p:spPr>
          <a:xfrm>
            <a:off x="332887" y="2430078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0B0AC97-18E1-788A-C6B2-4553E19AFD0C}"/>
              </a:ext>
            </a:extLst>
          </p:cNvPr>
          <p:cNvSpPr/>
          <p:nvPr/>
        </p:nvSpPr>
        <p:spPr>
          <a:xfrm>
            <a:off x="291276" y="2430078"/>
            <a:ext cx="549264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0A78F45-2560-C97A-FE55-32DC1811C18E}"/>
              </a:ext>
            </a:extLst>
          </p:cNvPr>
          <p:cNvSpPr/>
          <p:nvPr/>
        </p:nvSpPr>
        <p:spPr>
          <a:xfrm>
            <a:off x="549264" y="2962698"/>
            <a:ext cx="33289" cy="532620"/>
          </a:xfrm>
          <a:custGeom>
            <a:avLst/>
            <a:gdLst/>
            <a:ahLst/>
            <a:cxnLst/>
            <a:rect l="l" t="t" r="r" b="b"/>
            <a:pathLst>
              <a:path w="33289" h="532620">
                <a:moveTo>
                  <a:pt x="0" y="0"/>
                </a:moveTo>
                <a:lnTo>
                  <a:pt x="33289" y="0"/>
                </a:lnTo>
                <a:lnTo>
                  <a:pt x="33289" y="532620"/>
                </a:lnTo>
                <a:lnTo>
                  <a:pt x="0" y="532620"/>
                </a:lnTo>
                <a:lnTo>
                  <a:pt x="0" y="0"/>
                </a:ln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C22FEBF-F4DC-0820-58EF-92A50F86815A}"/>
              </a:ext>
            </a:extLst>
          </p:cNvPr>
          <p:cNvSpPr/>
          <p:nvPr/>
        </p:nvSpPr>
        <p:spPr>
          <a:xfrm>
            <a:off x="948729" y="2430078"/>
            <a:ext cx="5609152" cy="832218"/>
          </a:xfrm>
          <a:custGeom>
            <a:avLst/>
            <a:gdLst/>
            <a:ahLst/>
            <a:cxnLst/>
            <a:rect l="l" t="t" r="r" b="b"/>
            <a:pathLst>
              <a:path w="5609152" h="832218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732352"/>
                </a:lnTo>
                <a:cubicBezTo>
                  <a:pt x="5609152" y="787507"/>
                  <a:pt x="5564441" y="832218"/>
                  <a:pt x="5509286" y="832218"/>
                </a:cubicBez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CA1810B-6CA0-356C-7404-8DCFD6A63AF3}"/>
              </a:ext>
            </a:extLst>
          </p:cNvPr>
          <p:cNvSpPr/>
          <p:nvPr/>
        </p:nvSpPr>
        <p:spPr>
          <a:xfrm>
            <a:off x="948729" y="2430078"/>
            <a:ext cx="33289" cy="832218"/>
          </a:xfrm>
          <a:custGeom>
            <a:avLst/>
            <a:gdLst/>
            <a:ahLst/>
            <a:cxnLst/>
            <a:rect l="l" t="t" r="r" b="b"/>
            <a:pathLst>
              <a:path w="33289" h="832218">
                <a:moveTo>
                  <a:pt x="33289" y="0"/>
                </a:moveTo>
                <a:lnTo>
                  <a:pt x="33289" y="0"/>
                </a:lnTo>
                <a:lnTo>
                  <a:pt x="33289" y="832218"/>
                </a:ln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510991B-26D3-4563-C284-02B221353923}"/>
              </a:ext>
            </a:extLst>
          </p:cNvPr>
          <p:cNvSpPr/>
          <p:nvPr/>
        </p:nvSpPr>
        <p:spPr>
          <a:xfrm>
            <a:off x="1131817" y="2596522"/>
            <a:ext cx="534284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Landmark Detection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1B1F928-B0C5-20FE-184D-6C89BEB5528D}"/>
              </a:ext>
            </a:extLst>
          </p:cNvPr>
          <p:cNvSpPr/>
          <p:nvPr/>
        </p:nvSpPr>
        <p:spPr>
          <a:xfrm>
            <a:off x="1131817" y="2896120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MediaPipe identifies </a:t>
            </a:r>
            <a:r>
              <a:rPr lang="en-US" sz="1048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468 facial landmarks</a:t>
            </a: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including eyes, mouth, and head position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207C61A-5AB2-3C5C-B7FA-6FFFDC741F58}"/>
              </a:ext>
            </a:extLst>
          </p:cNvPr>
          <p:cNvSpPr/>
          <p:nvPr/>
        </p:nvSpPr>
        <p:spPr>
          <a:xfrm>
            <a:off x="332887" y="3628472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4BBACDC-3813-25D4-8C8F-F0C8826A25CF}"/>
              </a:ext>
            </a:extLst>
          </p:cNvPr>
          <p:cNvSpPr/>
          <p:nvPr/>
        </p:nvSpPr>
        <p:spPr>
          <a:xfrm>
            <a:off x="291276" y="3628472"/>
            <a:ext cx="549264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2931C27-45C4-91BC-344A-493B0D7237CB}"/>
              </a:ext>
            </a:extLst>
          </p:cNvPr>
          <p:cNvSpPr/>
          <p:nvPr/>
        </p:nvSpPr>
        <p:spPr>
          <a:xfrm>
            <a:off x="549264" y="4161092"/>
            <a:ext cx="33289" cy="532620"/>
          </a:xfrm>
          <a:custGeom>
            <a:avLst/>
            <a:gdLst/>
            <a:ahLst/>
            <a:cxnLst/>
            <a:rect l="l" t="t" r="r" b="b"/>
            <a:pathLst>
              <a:path w="33289" h="532620">
                <a:moveTo>
                  <a:pt x="0" y="0"/>
                </a:moveTo>
                <a:lnTo>
                  <a:pt x="33289" y="0"/>
                </a:lnTo>
                <a:lnTo>
                  <a:pt x="33289" y="532620"/>
                </a:lnTo>
                <a:lnTo>
                  <a:pt x="0" y="532620"/>
                </a:lnTo>
                <a:lnTo>
                  <a:pt x="0" y="0"/>
                </a:ln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CE5B2EB-6A4C-48B1-A9FA-7F914AE20A7D}"/>
              </a:ext>
            </a:extLst>
          </p:cNvPr>
          <p:cNvSpPr/>
          <p:nvPr/>
        </p:nvSpPr>
        <p:spPr>
          <a:xfrm>
            <a:off x="948729" y="3628472"/>
            <a:ext cx="5609152" cy="832218"/>
          </a:xfrm>
          <a:custGeom>
            <a:avLst/>
            <a:gdLst/>
            <a:ahLst/>
            <a:cxnLst/>
            <a:rect l="l" t="t" r="r" b="b"/>
            <a:pathLst>
              <a:path w="5609152" h="832218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732352"/>
                </a:lnTo>
                <a:cubicBezTo>
                  <a:pt x="5609152" y="787507"/>
                  <a:pt x="5564441" y="832218"/>
                  <a:pt x="5509286" y="832218"/>
                </a:cubicBez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213AE95-34A2-9B5E-BFEC-890E9857411D}"/>
              </a:ext>
            </a:extLst>
          </p:cNvPr>
          <p:cNvSpPr/>
          <p:nvPr/>
        </p:nvSpPr>
        <p:spPr>
          <a:xfrm>
            <a:off x="948729" y="3628472"/>
            <a:ext cx="33289" cy="832218"/>
          </a:xfrm>
          <a:custGeom>
            <a:avLst/>
            <a:gdLst/>
            <a:ahLst/>
            <a:cxnLst/>
            <a:rect l="l" t="t" r="r" b="b"/>
            <a:pathLst>
              <a:path w="33289" h="832218">
                <a:moveTo>
                  <a:pt x="33289" y="0"/>
                </a:moveTo>
                <a:lnTo>
                  <a:pt x="33289" y="0"/>
                </a:lnTo>
                <a:lnTo>
                  <a:pt x="33289" y="832218"/>
                </a:ln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17000F1-7527-3572-CE48-994F7C8EE6D7}"/>
              </a:ext>
            </a:extLst>
          </p:cNvPr>
          <p:cNvSpPr/>
          <p:nvPr/>
        </p:nvSpPr>
        <p:spPr>
          <a:xfrm>
            <a:off x="1131817" y="3794916"/>
            <a:ext cx="534284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Emotion Classification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E0727F3-3332-F370-2C89-990BD8758200}"/>
              </a:ext>
            </a:extLst>
          </p:cNvPr>
          <p:cNvSpPr/>
          <p:nvPr/>
        </p:nvSpPr>
        <p:spPr>
          <a:xfrm>
            <a:off x="1131817" y="4094515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AI algorithm analyzes landmarks to classify emotions: NORMAL, DROWSY, or SLEEPING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6C337E3-B37C-8FDD-2925-A915F685D722}"/>
              </a:ext>
            </a:extLst>
          </p:cNvPr>
          <p:cNvSpPr/>
          <p:nvPr/>
        </p:nvSpPr>
        <p:spPr>
          <a:xfrm>
            <a:off x="332887" y="4826867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774BE20-9C48-84BC-6986-1EF096BCD6C9}"/>
              </a:ext>
            </a:extLst>
          </p:cNvPr>
          <p:cNvSpPr/>
          <p:nvPr/>
        </p:nvSpPr>
        <p:spPr>
          <a:xfrm>
            <a:off x="291276" y="4826867"/>
            <a:ext cx="549264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110CC49-FEB8-788C-C6C9-DFD392403D16}"/>
              </a:ext>
            </a:extLst>
          </p:cNvPr>
          <p:cNvSpPr/>
          <p:nvPr/>
        </p:nvSpPr>
        <p:spPr>
          <a:xfrm>
            <a:off x="549264" y="5359487"/>
            <a:ext cx="33289" cy="532620"/>
          </a:xfrm>
          <a:custGeom>
            <a:avLst/>
            <a:gdLst/>
            <a:ahLst/>
            <a:cxnLst/>
            <a:rect l="l" t="t" r="r" b="b"/>
            <a:pathLst>
              <a:path w="33289" h="532620">
                <a:moveTo>
                  <a:pt x="0" y="0"/>
                </a:moveTo>
                <a:lnTo>
                  <a:pt x="33289" y="0"/>
                </a:lnTo>
                <a:lnTo>
                  <a:pt x="33289" y="532620"/>
                </a:lnTo>
                <a:lnTo>
                  <a:pt x="0" y="532620"/>
                </a:lnTo>
                <a:lnTo>
                  <a:pt x="0" y="0"/>
                </a:ln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9E9B725-AFE8-1030-34DA-C42AC9F78546}"/>
              </a:ext>
            </a:extLst>
          </p:cNvPr>
          <p:cNvSpPr/>
          <p:nvPr/>
        </p:nvSpPr>
        <p:spPr>
          <a:xfrm>
            <a:off x="948729" y="4826867"/>
            <a:ext cx="5609152" cy="832218"/>
          </a:xfrm>
          <a:custGeom>
            <a:avLst/>
            <a:gdLst/>
            <a:ahLst/>
            <a:cxnLst/>
            <a:rect l="l" t="t" r="r" b="b"/>
            <a:pathLst>
              <a:path w="5609152" h="832218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732352"/>
                </a:lnTo>
                <a:cubicBezTo>
                  <a:pt x="5609152" y="787507"/>
                  <a:pt x="5564441" y="832218"/>
                  <a:pt x="5509286" y="832218"/>
                </a:cubicBez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41EA3E27-F7E2-E56D-C0EF-D43DC79848B7}"/>
              </a:ext>
            </a:extLst>
          </p:cNvPr>
          <p:cNvSpPr/>
          <p:nvPr/>
        </p:nvSpPr>
        <p:spPr>
          <a:xfrm>
            <a:off x="948729" y="4826867"/>
            <a:ext cx="33289" cy="832218"/>
          </a:xfrm>
          <a:custGeom>
            <a:avLst/>
            <a:gdLst/>
            <a:ahLst/>
            <a:cxnLst/>
            <a:rect l="l" t="t" r="r" b="b"/>
            <a:pathLst>
              <a:path w="33289" h="832218">
                <a:moveTo>
                  <a:pt x="33289" y="0"/>
                </a:moveTo>
                <a:lnTo>
                  <a:pt x="33289" y="0"/>
                </a:lnTo>
                <a:lnTo>
                  <a:pt x="33289" y="832218"/>
                </a:ln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0E08FD3-F639-0028-041D-8E2D56409779}"/>
              </a:ext>
            </a:extLst>
          </p:cNvPr>
          <p:cNvSpPr/>
          <p:nvPr/>
        </p:nvSpPr>
        <p:spPr>
          <a:xfrm>
            <a:off x="1131817" y="4993311"/>
            <a:ext cx="534284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Data Transmission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1621943-11F2-CB75-FC85-09359D447F27}"/>
              </a:ext>
            </a:extLst>
          </p:cNvPr>
          <p:cNvSpPr/>
          <p:nvPr/>
        </p:nvSpPr>
        <p:spPr>
          <a:xfrm>
            <a:off x="1131817" y="5292909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Detected emotion status sent to ESP32 via serial communication (UART)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5C8F1E7-1C51-0BB7-20EB-4F69FB68AC7F}"/>
              </a:ext>
            </a:extLst>
          </p:cNvPr>
          <p:cNvSpPr/>
          <p:nvPr/>
        </p:nvSpPr>
        <p:spPr>
          <a:xfrm>
            <a:off x="332887" y="6025261"/>
            <a:ext cx="466042" cy="466042"/>
          </a:xfrm>
          <a:custGeom>
            <a:avLst/>
            <a:gdLst/>
            <a:ahLst/>
            <a:cxnLst/>
            <a:rect l="l" t="t" r="r" b="b"/>
            <a:pathLst>
              <a:path w="466042" h="466042">
                <a:moveTo>
                  <a:pt x="233021" y="0"/>
                </a:moveTo>
                <a:lnTo>
                  <a:pt x="233021" y="0"/>
                </a:lnTo>
                <a:cubicBezTo>
                  <a:pt x="361629" y="0"/>
                  <a:pt x="466042" y="104413"/>
                  <a:pt x="466042" y="233021"/>
                </a:cubicBezTo>
                <a:lnTo>
                  <a:pt x="466042" y="233021"/>
                </a:lnTo>
                <a:cubicBezTo>
                  <a:pt x="466042" y="361629"/>
                  <a:pt x="361629" y="466042"/>
                  <a:pt x="233021" y="466042"/>
                </a:cubicBezTo>
                <a:lnTo>
                  <a:pt x="233021" y="466042"/>
                </a:lnTo>
                <a:cubicBezTo>
                  <a:pt x="104413" y="466042"/>
                  <a:pt x="0" y="361629"/>
                  <a:pt x="0" y="233021"/>
                </a:cubicBezTo>
                <a:lnTo>
                  <a:pt x="0" y="233021"/>
                </a:lnTo>
                <a:cubicBezTo>
                  <a:pt x="0" y="104413"/>
                  <a:pt x="104413" y="0"/>
                  <a:pt x="233021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36D4FBC6-7E65-66D4-7418-B51D2D6853F1}"/>
              </a:ext>
            </a:extLst>
          </p:cNvPr>
          <p:cNvSpPr/>
          <p:nvPr/>
        </p:nvSpPr>
        <p:spPr>
          <a:xfrm>
            <a:off x="291276" y="6025261"/>
            <a:ext cx="549264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FB18E22-B2D8-BEB2-4FF4-6F54951CBAA1}"/>
              </a:ext>
            </a:extLst>
          </p:cNvPr>
          <p:cNvSpPr/>
          <p:nvPr/>
        </p:nvSpPr>
        <p:spPr>
          <a:xfrm>
            <a:off x="948729" y="6025261"/>
            <a:ext cx="5609152" cy="832218"/>
          </a:xfrm>
          <a:custGeom>
            <a:avLst/>
            <a:gdLst/>
            <a:ahLst/>
            <a:cxnLst/>
            <a:rect l="l" t="t" r="r" b="b"/>
            <a:pathLst>
              <a:path w="5609152" h="832218">
                <a:moveTo>
                  <a:pt x="33289" y="0"/>
                </a:moveTo>
                <a:lnTo>
                  <a:pt x="5509286" y="0"/>
                </a:lnTo>
                <a:cubicBezTo>
                  <a:pt x="5564441" y="0"/>
                  <a:pt x="5609152" y="44712"/>
                  <a:pt x="5609152" y="99866"/>
                </a:cubicBezTo>
                <a:lnTo>
                  <a:pt x="5609152" y="732352"/>
                </a:lnTo>
                <a:cubicBezTo>
                  <a:pt x="5609152" y="787507"/>
                  <a:pt x="5564441" y="832218"/>
                  <a:pt x="5509286" y="832218"/>
                </a:cubicBez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8DE5B03-09C2-4B80-A919-509881763823}"/>
              </a:ext>
            </a:extLst>
          </p:cNvPr>
          <p:cNvSpPr/>
          <p:nvPr/>
        </p:nvSpPr>
        <p:spPr>
          <a:xfrm>
            <a:off x="948729" y="6025261"/>
            <a:ext cx="33289" cy="832218"/>
          </a:xfrm>
          <a:custGeom>
            <a:avLst/>
            <a:gdLst/>
            <a:ahLst/>
            <a:cxnLst/>
            <a:rect l="l" t="t" r="r" b="b"/>
            <a:pathLst>
              <a:path w="33289" h="832218">
                <a:moveTo>
                  <a:pt x="33289" y="0"/>
                </a:moveTo>
                <a:lnTo>
                  <a:pt x="33289" y="0"/>
                </a:lnTo>
                <a:lnTo>
                  <a:pt x="33289" y="832218"/>
                </a:lnTo>
                <a:lnTo>
                  <a:pt x="33289" y="832218"/>
                </a:lnTo>
                <a:cubicBezTo>
                  <a:pt x="14904" y="832218"/>
                  <a:pt x="0" y="817315"/>
                  <a:pt x="0" y="798930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E44AFBA3-8546-78C4-54C4-7BDA1E043032}"/>
              </a:ext>
            </a:extLst>
          </p:cNvPr>
          <p:cNvSpPr/>
          <p:nvPr/>
        </p:nvSpPr>
        <p:spPr>
          <a:xfrm>
            <a:off x="1131817" y="6191705"/>
            <a:ext cx="534284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Safety Action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75D9AE6-44E4-F0CD-C2C8-602799264AF7}"/>
              </a:ext>
            </a:extLst>
          </p:cNvPr>
          <p:cNvSpPr/>
          <p:nvPr/>
        </p:nvSpPr>
        <p:spPr>
          <a:xfrm>
            <a:off x="1131817" y="6491304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If SLEEPING detected: buzzer alerts, relay stops motor, TFT displays warning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45B21A58-15EB-B38E-33B5-95F3FBD5DE7E}"/>
              </a:ext>
            </a:extLst>
          </p:cNvPr>
          <p:cNvSpPr/>
          <p:nvPr/>
        </p:nvSpPr>
        <p:spPr>
          <a:xfrm>
            <a:off x="6764999" y="1235012"/>
            <a:ext cx="5091512" cy="4109495"/>
          </a:xfrm>
          <a:custGeom>
            <a:avLst/>
            <a:gdLst/>
            <a:ahLst/>
            <a:cxnLst/>
            <a:rect l="l" t="t" r="r" b="b"/>
            <a:pathLst>
              <a:path w="5091512" h="4109495">
                <a:moveTo>
                  <a:pt x="133148" y="0"/>
                </a:moveTo>
                <a:lnTo>
                  <a:pt x="4958365" y="0"/>
                </a:lnTo>
                <a:cubicBezTo>
                  <a:pt x="5031900" y="0"/>
                  <a:pt x="5091512" y="59612"/>
                  <a:pt x="5091512" y="133148"/>
                </a:cubicBezTo>
                <a:lnTo>
                  <a:pt x="5091512" y="3976347"/>
                </a:lnTo>
                <a:cubicBezTo>
                  <a:pt x="5091512" y="4049882"/>
                  <a:pt x="5031900" y="4109495"/>
                  <a:pt x="4958365" y="4109495"/>
                </a:cubicBezTo>
                <a:lnTo>
                  <a:pt x="133148" y="4109495"/>
                </a:lnTo>
                <a:cubicBezTo>
                  <a:pt x="59612" y="4109495"/>
                  <a:pt x="0" y="4049882"/>
                  <a:pt x="0" y="3976347"/>
                </a:cubicBezTo>
                <a:lnTo>
                  <a:pt x="0" y="133148"/>
                </a:lnTo>
                <a:cubicBezTo>
                  <a:pt x="0" y="59612"/>
                  <a:pt x="59612" y="0"/>
                  <a:pt x="133148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2EC56514-6353-5ACC-28C4-CEF6EFF877CE}"/>
              </a:ext>
            </a:extLst>
          </p:cNvPr>
          <p:cNvSpPr/>
          <p:nvPr/>
        </p:nvSpPr>
        <p:spPr>
          <a:xfrm>
            <a:off x="9060258" y="2040601"/>
            <a:ext cx="499331" cy="499331"/>
          </a:xfrm>
          <a:custGeom>
            <a:avLst/>
            <a:gdLst/>
            <a:ahLst/>
            <a:cxnLst/>
            <a:rect l="l" t="t" r="r" b="b"/>
            <a:pathLst>
              <a:path w="499331" h="499331">
                <a:moveTo>
                  <a:pt x="249666" y="499331"/>
                </a:moveTo>
                <a:cubicBezTo>
                  <a:pt x="387460" y="499331"/>
                  <a:pt x="499331" y="387460"/>
                  <a:pt x="499331" y="249666"/>
                </a:cubicBezTo>
                <a:cubicBezTo>
                  <a:pt x="499331" y="111871"/>
                  <a:pt x="387460" y="0"/>
                  <a:pt x="249666" y="0"/>
                </a:cubicBezTo>
                <a:cubicBezTo>
                  <a:pt x="111871" y="0"/>
                  <a:pt x="0" y="111871"/>
                  <a:pt x="0" y="249666"/>
                </a:cubicBezTo>
                <a:cubicBezTo>
                  <a:pt x="0" y="387460"/>
                  <a:pt x="111871" y="499331"/>
                  <a:pt x="249666" y="499331"/>
                </a:cubicBezTo>
                <a:close/>
                <a:moveTo>
                  <a:pt x="161307" y="313935"/>
                </a:moveTo>
                <a:cubicBezTo>
                  <a:pt x="181203" y="341242"/>
                  <a:pt x="213386" y="358894"/>
                  <a:pt x="249666" y="358894"/>
                </a:cubicBezTo>
                <a:cubicBezTo>
                  <a:pt x="285945" y="358894"/>
                  <a:pt x="318128" y="341242"/>
                  <a:pt x="338024" y="313935"/>
                </a:cubicBezTo>
                <a:cubicBezTo>
                  <a:pt x="345631" y="303500"/>
                  <a:pt x="360260" y="301159"/>
                  <a:pt x="370695" y="308766"/>
                </a:cubicBezTo>
                <a:cubicBezTo>
                  <a:pt x="381130" y="316373"/>
                  <a:pt x="383471" y="331002"/>
                  <a:pt x="375864" y="341437"/>
                </a:cubicBezTo>
                <a:cubicBezTo>
                  <a:pt x="347484" y="380350"/>
                  <a:pt x="301549" y="405706"/>
                  <a:pt x="249666" y="405706"/>
                </a:cubicBezTo>
                <a:cubicBezTo>
                  <a:pt x="197782" y="405706"/>
                  <a:pt x="151847" y="380350"/>
                  <a:pt x="123467" y="341437"/>
                </a:cubicBezTo>
                <a:cubicBezTo>
                  <a:pt x="115860" y="331002"/>
                  <a:pt x="118201" y="316373"/>
                  <a:pt x="128636" y="308766"/>
                </a:cubicBezTo>
                <a:cubicBezTo>
                  <a:pt x="139072" y="301159"/>
                  <a:pt x="153700" y="303500"/>
                  <a:pt x="161307" y="313935"/>
                </a:cubicBezTo>
                <a:close/>
                <a:moveTo>
                  <a:pt x="140437" y="202853"/>
                </a:moveTo>
                <a:cubicBezTo>
                  <a:pt x="140437" y="185629"/>
                  <a:pt x="154421" y="171645"/>
                  <a:pt x="171645" y="171645"/>
                </a:cubicBezTo>
                <a:cubicBezTo>
                  <a:pt x="188869" y="171645"/>
                  <a:pt x="202853" y="185629"/>
                  <a:pt x="202853" y="202853"/>
                </a:cubicBezTo>
                <a:cubicBezTo>
                  <a:pt x="202853" y="220078"/>
                  <a:pt x="188869" y="234061"/>
                  <a:pt x="171645" y="234061"/>
                </a:cubicBezTo>
                <a:cubicBezTo>
                  <a:pt x="154421" y="234061"/>
                  <a:pt x="140437" y="220078"/>
                  <a:pt x="140437" y="202853"/>
                </a:cubicBezTo>
                <a:close/>
                <a:moveTo>
                  <a:pt x="327686" y="171645"/>
                </a:moveTo>
                <a:cubicBezTo>
                  <a:pt x="344910" y="171645"/>
                  <a:pt x="358894" y="185629"/>
                  <a:pt x="358894" y="202853"/>
                </a:cubicBezTo>
                <a:cubicBezTo>
                  <a:pt x="358894" y="220078"/>
                  <a:pt x="344910" y="234061"/>
                  <a:pt x="327686" y="234061"/>
                </a:cubicBezTo>
                <a:cubicBezTo>
                  <a:pt x="310462" y="234061"/>
                  <a:pt x="296478" y="220078"/>
                  <a:pt x="296478" y="202853"/>
                </a:cubicBezTo>
                <a:cubicBezTo>
                  <a:pt x="296478" y="185629"/>
                  <a:pt x="310462" y="171645"/>
                  <a:pt x="327686" y="171645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E596696-570C-BB5D-0AFC-D5368E33BBC9}"/>
              </a:ext>
            </a:extLst>
          </p:cNvPr>
          <p:cNvSpPr/>
          <p:nvPr/>
        </p:nvSpPr>
        <p:spPr>
          <a:xfrm>
            <a:off x="6918128" y="2673087"/>
            <a:ext cx="478525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Facial Landmarks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734E8CB1-71CA-D305-71CC-77C3772E8BC5}"/>
              </a:ext>
            </a:extLst>
          </p:cNvPr>
          <p:cNvSpPr/>
          <p:nvPr/>
        </p:nvSpPr>
        <p:spPr>
          <a:xfrm>
            <a:off x="6968061" y="3272179"/>
            <a:ext cx="99866" cy="99866"/>
          </a:xfrm>
          <a:custGeom>
            <a:avLst/>
            <a:gdLst/>
            <a:ahLst/>
            <a:cxnLst/>
            <a:rect l="l" t="t" r="r" b="b"/>
            <a:pathLst>
              <a:path w="99866" h="99866">
                <a:moveTo>
                  <a:pt x="49933" y="0"/>
                </a:moveTo>
                <a:lnTo>
                  <a:pt x="49933" y="0"/>
                </a:lnTo>
                <a:cubicBezTo>
                  <a:pt x="77492" y="0"/>
                  <a:pt x="99866" y="22374"/>
                  <a:pt x="99866" y="49933"/>
                </a:cubicBezTo>
                <a:lnTo>
                  <a:pt x="99866" y="49933"/>
                </a:lnTo>
                <a:cubicBezTo>
                  <a:pt x="99866" y="77492"/>
                  <a:pt x="77492" y="99866"/>
                  <a:pt x="49933" y="99866"/>
                </a:cubicBezTo>
                <a:lnTo>
                  <a:pt x="49933" y="99866"/>
                </a:lnTo>
                <a:cubicBezTo>
                  <a:pt x="22374" y="99866"/>
                  <a:pt x="0" y="77492"/>
                  <a:pt x="0" y="49933"/>
                </a:cubicBezTo>
                <a:lnTo>
                  <a:pt x="0" y="49933"/>
                </a:lnTo>
                <a:cubicBezTo>
                  <a:pt x="0" y="22374"/>
                  <a:pt x="22374" y="0"/>
                  <a:pt x="4993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1D4D96B6-D9CC-63B0-0D41-DD7978D429C0}"/>
              </a:ext>
            </a:extLst>
          </p:cNvPr>
          <p:cNvSpPr/>
          <p:nvPr/>
        </p:nvSpPr>
        <p:spPr>
          <a:xfrm>
            <a:off x="7167794" y="3205601"/>
            <a:ext cx="273799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Eyes:</a:t>
            </a:r>
            <a:r>
              <a:rPr lang="en-US" sz="118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12 points per eye for blink detection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C3533A70-0494-8B71-118C-E210E34FD5FC}"/>
              </a:ext>
            </a:extLst>
          </p:cNvPr>
          <p:cNvSpPr/>
          <p:nvPr/>
        </p:nvSpPr>
        <p:spPr>
          <a:xfrm>
            <a:off x="6968061" y="3638355"/>
            <a:ext cx="99866" cy="99866"/>
          </a:xfrm>
          <a:custGeom>
            <a:avLst/>
            <a:gdLst/>
            <a:ahLst/>
            <a:cxnLst/>
            <a:rect l="l" t="t" r="r" b="b"/>
            <a:pathLst>
              <a:path w="99866" h="99866">
                <a:moveTo>
                  <a:pt x="49933" y="0"/>
                </a:moveTo>
                <a:lnTo>
                  <a:pt x="49933" y="0"/>
                </a:lnTo>
                <a:cubicBezTo>
                  <a:pt x="77492" y="0"/>
                  <a:pt x="99866" y="22374"/>
                  <a:pt x="99866" y="49933"/>
                </a:cubicBezTo>
                <a:lnTo>
                  <a:pt x="99866" y="49933"/>
                </a:lnTo>
                <a:cubicBezTo>
                  <a:pt x="99866" y="77492"/>
                  <a:pt x="77492" y="99866"/>
                  <a:pt x="49933" y="99866"/>
                </a:cubicBezTo>
                <a:lnTo>
                  <a:pt x="49933" y="99866"/>
                </a:lnTo>
                <a:cubicBezTo>
                  <a:pt x="22374" y="99866"/>
                  <a:pt x="0" y="77492"/>
                  <a:pt x="0" y="49933"/>
                </a:cubicBezTo>
                <a:lnTo>
                  <a:pt x="0" y="49933"/>
                </a:lnTo>
                <a:cubicBezTo>
                  <a:pt x="0" y="22374"/>
                  <a:pt x="22374" y="0"/>
                  <a:pt x="4993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32B92755-2466-9453-CF3E-8A197FD29AC9}"/>
              </a:ext>
            </a:extLst>
          </p:cNvPr>
          <p:cNvSpPr/>
          <p:nvPr/>
        </p:nvSpPr>
        <p:spPr>
          <a:xfrm>
            <a:off x="7167794" y="3571777"/>
            <a:ext cx="262981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Mouth:</a:t>
            </a:r>
            <a:r>
              <a:rPr lang="en-US" sz="118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20 points for yawning detection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916437B0-06FB-63A1-4C64-91EFF7B6DA7A}"/>
              </a:ext>
            </a:extLst>
          </p:cNvPr>
          <p:cNvSpPr/>
          <p:nvPr/>
        </p:nvSpPr>
        <p:spPr>
          <a:xfrm>
            <a:off x="6968061" y="4004531"/>
            <a:ext cx="99866" cy="99866"/>
          </a:xfrm>
          <a:custGeom>
            <a:avLst/>
            <a:gdLst/>
            <a:ahLst/>
            <a:cxnLst/>
            <a:rect l="l" t="t" r="r" b="b"/>
            <a:pathLst>
              <a:path w="99866" h="99866">
                <a:moveTo>
                  <a:pt x="49933" y="0"/>
                </a:moveTo>
                <a:lnTo>
                  <a:pt x="49933" y="0"/>
                </a:lnTo>
                <a:cubicBezTo>
                  <a:pt x="77492" y="0"/>
                  <a:pt x="99866" y="22374"/>
                  <a:pt x="99866" y="49933"/>
                </a:cubicBezTo>
                <a:lnTo>
                  <a:pt x="99866" y="49933"/>
                </a:lnTo>
                <a:cubicBezTo>
                  <a:pt x="99866" y="77492"/>
                  <a:pt x="77492" y="99866"/>
                  <a:pt x="49933" y="99866"/>
                </a:cubicBezTo>
                <a:lnTo>
                  <a:pt x="49933" y="99866"/>
                </a:lnTo>
                <a:cubicBezTo>
                  <a:pt x="22374" y="99866"/>
                  <a:pt x="0" y="77492"/>
                  <a:pt x="0" y="49933"/>
                </a:cubicBezTo>
                <a:lnTo>
                  <a:pt x="0" y="49933"/>
                </a:lnTo>
                <a:cubicBezTo>
                  <a:pt x="0" y="22374"/>
                  <a:pt x="22374" y="0"/>
                  <a:pt x="4993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A9DD338B-7342-B2AD-A186-9DF38C20A453}"/>
              </a:ext>
            </a:extLst>
          </p:cNvPr>
          <p:cNvSpPr/>
          <p:nvPr/>
        </p:nvSpPr>
        <p:spPr>
          <a:xfrm>
            <a:off x="7167794" y="3937954"/>
            <a:ext cx="261316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Head:</a:t>
            </a:r>
            <a:r>
              <a:rPr lang="en-US" sz="118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Orientation and nodding analysis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ABA5C94C-3F0E-020D-CC7B-FA6AA260F80F}"/>
              </a:ext>
            </a:extLst>
          </p:cNvPr>
          <p:cNvSpPr/>
          <p:nvPr/>
        </p:nvSpPr>
        <p:spPr>
          <a:xfrm>
            <a:off x="6968061" y="4370707"/>
            <a:ext cx="99866" cy="99866"/>
          </a:xfrm>
          <a:custGeom>
            <a:avLst/>
            <a:gdLst/>
            <a:ahLst/>
            <a:cxnLst/>
            <a:rect l="l" t="t" r="r" b="b"/>
            <a:pathLst>
              <a:path w="99866" h="99866">
                <a:moveTo>
                  <a:pt x="49933" y="0"/>
                </a:moveTo>
                <a:lnTo>
                  <a:pt x="49933" y="0"/>
                </a:lnTo>
                <a:cubicBezTo>
                  <a:pt x="77492" y="0"/>
                  <a:pt x="99866" y="22374"/>
                  <a:pt x="99866" y="49933"/>
                </a:cubicBezTo>
                <a:lnTo>
                  <a:pt x="99866" y="49933"/>
                </a:lnTo>
                <a:cubicBezTo>
                  <a:pt x="99866" y="77492"/>
                  <a:pt x="77492" y="99866"/>
                  <a:pt x="49933" y="99866"/>
                </a:cubicBezTo>
                <a:lnTo>
                  <a:pt x="49933" y="99866"/>
                </a:lnTo>
                <a:cubicBezTo>
                  <a:pt x="22374" y="99866"/>
                  <a:pt x="0" y="77492"/>
                  <a:pt x="0" y="49933"/>
                </a:cubicBezTo>
                <a:lnTo>
                  <a:pt x="0" y="49933"/>
                </a:lnTo>
                <a:cubicBezTo>
                  <a:pt x="0" y="22374"/>
                  <a:pt x="22374" y="0"/>
                  <a:pt x="4993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F9214B3D-BB10-814F-6A60-96FD7DA3EB68}"/>
              </a:ext>
            </a:extLst>
          </p:cNvPr>
          <p:cNvSpPr/>
          <p:nvPr/>
        </p:nvSpPr>
        <p:spPr>
          <a:xfrm>
            <a:off x="7167794" y="4304130"/>
            <a:ext cx="2921087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Eyebrows:</a:t>
            </a:r>
            <a:r>
              <a:rPr lang="en-US" sz="118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Expression and fatigue indicators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7033DFEC-DB4B-E0C0-4F30-636DD801346F}"/>
              </a:ext>
            </a:extLst>
          </p:cNvPr>
          <p:cNvSpPr/>
          <p:nvPr/>
        </p:nvSpPr>
        <p:spPr>
          <a:xfrm>
            <a:off x="6764999" y="5515943"/>
            <a:ext cx="5091512" cy="1338207"/>
          </a:xfrm>
          <a:custGeom>
            <a:avLst/>
            <a:gdLst/>
            <a:ahLst/>
            <a:cxnLst/>
            <a:rect l="l" t="t" r="r" b="b"/>
            <a:pathLst>
              <a:path w="5091512" h="1338207">
                <a:moveTo>
                  <a:pt x="133152" y="0"/>
                </a:moveTo>
                <a:lnTo>
                  <a:pt x="4958361" y="0"/>
                </a:lnTo>
                <a:cubicBezTo>
                  <a:pt x="5031898" y="0"/>
                  <a:pt x="5091512" y="59614"/>
                  <a:pt x="5091512" y="133152"/>
                </a:cubicBezTo>
                <a:lnTo>
                  <a:pt x="5091512" y="1205056"/>
                </a:lnTo>
                <a:cubicBezTo>
                  <a:pt x="5091512" y="1278593"/>
                  <a:pt x="5031898" y="1338207"/>
                  <a:pt x="4958361" y="1338207"/>
                </a:cubicBezTo>
                <a:lnTo>
                  <a:pt x="133152" y="1338207"/>
                </a:lnTo>
                <a:cubicBezTo>
                  <a:pt x="59663" y="1338207"/>
                  <a:pt x="0" y="1278544"/>
                  <a:pt x="0" y="1205056"/>
                </a:cubicBezTo>
                <a:lnTo>
                  <a:pt x="0" y="133152"/>
                </a:lnTo>
                <a:cubicBezTo>
                  <a:pt x="0" y="59663"/>
                  <a:pt x="59663" y="0"/>
                  <a:pt x="13315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F2AA4C">
                <a:alpha val="40000"/>
              </a:srgbClr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5C55E5EB-1C98-1A05-5D9E-4D1C5EC87259}"/>
              </a:ext>
            </a:extLst>
          </p:cNvPr>
          <p:cNvSpPr/>
          <p:nvPr/>
        </p:nvSpPr>
        <p:spPr>
          <a:xfrm>
            <a:off x="6868195" y="5719007"/>
            <a:ext cx="4885122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45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468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A84377D-E77C-8215-D3CC-BBFB18B0B8A6}"/>
              </a:ext>
            </a:extLst>
          </p:cNvPr>
          <p:cNvSpPr/>
          <p:nvPr/>
        </p:nvSpPr>
        <p:spPr>
          <a:xfrm>
            <a:off x="6930611" y="6185049"/>
            <a:ext cx="4760289" cy="46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Total facial landmarks detected by MediaPipe for comprehensive analysis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Google Shape;192;p8">
            <a:extLst>
              <a:ext uri="{FF2B5EF4-FFF2-40B4-BE49-F238E27FC236}">
                <a16:creationId xmlns:a16="http://schemas.microsoft.com/office/drawing/2014/main" id="{B4221EFB-C9B1-1F70-63A8-D018CDDFA3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9347" y="21346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191;p8">
            <a:extLst>
              <a:ext uri="{FF2B5EF4-FFF2-40B4-BE49-F238E27FC236}">
                <a16:creationId xmlns:a16="http://schemas.microsoft.com/office/drawing/2014/main" id="{028DBDB5-0479-FBB3-3A01-707889B0F9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8" y="54669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6B96CF88-1505-FF56-DA0E-DCF885D2C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DB93AE15-0D66-727C-CB5E-82EBC4648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5C692579-7ED2-1EC9-3AB7-9F1C2A49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62B1529-AFCA-961E-0A7B-2FC05C59BAFD}"/>
              </a:ext>
            </a:extLst>
          </p:cNvPr>
          <p:cNvSpPr/>
          <p:nvPr/>
        </p:nvSpPr>
        <p:spPr>
          <a:xfrm>
            <a:off x="4227195" y="46291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98DABE6B-F6F1-CC56-531B-CE95DF7A3575}"/>
              </a:ext>
            </a:extLst>
          </p:cNvPr>
          <p:cNvSpPr/>
          <p:nvPr/>
        </p:nvSpPr>
        <p:spPr>
          <a:xfrm>
            <a:off x="4341495" y="5772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5C6120A-7D72-3DFD-F48B-0A0A17C972AF}"/>
              </a:ext>
            </a:extLst>
          </p:cNvPr>
          <p:cNvSpPr/>
          <p:nvPr/>
        </p:nvSpPr>
        <p:spPr>
          <a:xfrm>
            <a:off x="4798695" y="348616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07 / Safety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50D97FA-16EA-98EC-CAF2-845562EEC63D}"/>
              </a:ext>
            </a:extLst>
          </p:cNvPr>
          <p:cNvSpPr/>
          <p:nvPr/>
        </p:nvSpPr>
        <p:spPr>
          <a:xfrm>
            <a:off x="4798695" y="577216"/>
            <a:ext cx="3981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Safety Mechanism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5D2A55D5-765E-1530-9654-992AB8199D6E}"/>
              </a:ext>
            </a:extLst>
          </p:cNvPr>
          <p:cNvSpPr/>
          <p:nvPr/>
        </p:nvSpPr>
        <p:spPr>
          <a:xfrm>
            <a:off x="388620" y="1341120"/>
            <a:ext cx="5092065" cy="4444365"/>
          </a:xfrm>
          <a:custGeom>
            <a:avLst/>
            <a:gdLst/>
            <a:ahLst/>
            <a:cxnLst/>
            <a:rect l="l" t="t" r="r" b="b"/>
            <a:pathLst>
              <a:path w="5092065" h="4444365">
                <a:moveTo>
                  <a:pt x="152397" y="0"/>
                </a:moveTo>
                <a:lnTo>
                  <a:pt x="4939668" y="0"/>
                </a:lnTo>
                <a:cubicBezTo>
                  <a:pt x="5023834" y="0"/>
                  <a:pt x="5092065" y="68231"/>
                  <a:pt x="5092065" y="152397"/>
                </a:cubicBezTo>
                <a:lnTo>
                  <a:pt x="5092065" y="4291968"/>
                </a:lnTo>
                <a:cubicBezTo>
                  <a:pt x="5092065" y="4376134"/>
                  <a:pt x="5023834" y="4444365"/>
                  <a:pt x="4939668" y="4444365"/>
                </a:cubicBezTo>
                <a:lnTo>
                  <a:pt x="152397" y="4444365"/>
                </a:lnTo>
                <a:cubicBezTo>
                  <a:pt x="68231" y="4444365"/>
                  <a:pt x="0" y="4376134"/>
                  <a:pt x="0" y="429196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F2AA4C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032C91B-EB20-D070-E4E9-0D579AD45E36}"/>
              </a:ext>
            </a:extLst>
          </p:cNvPr>
          <p:cNvSpPr/>
          <p:nvPr/>
        </p:nvSpPr>
        <p:spPr>
          <a:xfrm>
            <a:off x="1807845" y="1577340"/>
            <a:ext cx="2247900" cy="491489"/>
          </a:xfrm>
          <a:custGeom>
            <a:avLst/>
            <a:gdLst/>
            <a:ahLst/>
            <a:cxnLst/>
            <a:rect l="l" t="t" r="r" b="b"/>
            <a:pathLst>
              <a:path w="2247900" h="419100">
                <a:moveTo>
                  <a:pt x="209550" y="0"/>
                </a:moveTo>
                <a:lnTo>
                  <a:pt x="2038350" y="0"/>
                </a:lnTo>
                <a:cubicBezTo>
                  <a:pt x="2154004" y="0"/>
                  <a:pt x="2247900" y="93896"/>
                  <a:pt x="2247900" y="209550"/>
                </a:cubicBezTo>
                <a:lnTo>
                  <a:pt x="2247900" y="209550"/>
                </a:lnTo>
                <a:cubicBezTo>
                  <a:pt x="2247900" y="325204"/>
                  <a:pt x="2154004" y="419100"/>
                  <a:pt x="20383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49652E1-6C06-C4CC-AB82-291DDB41A5EE}"/>
              </a:ext>
            </a:extLst>
          </p:cNvPr>
          <p:cNvSpPr/>
          <p:nvPr/>
        </p:nvSpPr>
        <p:spPr>
          <a:xfrm>
            <a:off x="1950720" y="1653541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IF emotion = SLEEPING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61EFFF7-86B5-10F1-5ED9-2CCD6A060649}"/>
              </a:ext>
            </a:extLst>
          </p:cNvPr>
          <p:cNvSpPr/>
          <p:nvPr/>
        </p:nvSpPr>
        <p:spPr>
          <a:xfrm>
            <a:off x="643890" y="2343150"/>
            <a:ext cx="4600575" cy="762000"/>
          </a:xfrm>
          <a:custGeom>
            <a:avLst/>
            <a:gdLst/>
            <a:ahLst/>
            <a:cxnLst/>
            <a:rect l="l" t="t" r="r" b="b"/>
            <a:pathLst>
              <a:path w="4600575" h="762000">
                <a:moveTo>
                  <a:pt x="38100" y="0"/>
                </a:moveTo>
                <a:lnTo>
                  <a:pt x="4486275" y="0"/>
                </a:lnTo>
                <a:cubicBezTo>
                  <a:pt x="4549359" y="0"/>
                  <a:pt x="4600575" y="51216"/>
                  <a:pt x="4600575" y="114300"/>
                </a:cubicBezTo>
                <a:lnTo>
                  <a:pt x="4600575" y="647700"/>
                </a:lnTo>
                <a:cubicBezTo>
                  <a:pt x="4600575" y="710784"/>
                  <a:pt x="4549359" y="762000"/>
                  <a:pt x="44862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AD36D2A3-6CAF-AE2B-9807-D9484FBEFFC5}"/>
              </a:ext>
            </a:extLst>
          </p:cNvPr>
          <p:cNvSpPr/>
          <p:nvPr/>
        </p:nvSpPr>
        <p:spPr>
          <a:xfrm>
            <a:off x="643890" y="2343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1BADA8CF-F629-3E77-0D4A-8207AF4677F1}"/>
              </a:ext>
            </a:extLst>
          </p:cNvPr>
          <p:cNvSpPr/>
          <p:nvPr/>
        </p:nvSpPr>
        <p:spPr>
          <a:xfrm>
            <a:off x="777240" y="2495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192E485-F9D0-1B5D-5B97-BF8FEFE09AF0}"/>
              </a:ext>
            </a:extLst>
          </p:cNvPr>
          <p:cNvSpPr/>
          <p:nvPr/>
        </p:nvSpPr>
        <p:spPr>
          <a:xfrm>
            <a:off x="886777" y="2628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3E99FFF-FE7C-1360-0F65-18D23EF8C2B0}"/>
              </a:ext>
            </a:extLst>
          </p:cNvPr>
          <p:cNvSpPr/>
          <p:nvPr/>
        </p:nvSpPr>
        <p:spPr>
          <a:xfrm>
            <a:off x="1386840" y="245745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Buzzer Activates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3D5531F-59E1-76E6-A6DE-886E75915DB7}"/>
              </a:ext>
            </a:extLst>
          </p:cNvPr>
          <p:cNvSpPr/>
          <p:nvPr/>
        </p:nvSpPr>
        <p:spPr>
          <a:xfrm>
            <a:off x="1386840" y="276225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Immediate audio alarm to wake driver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75DE296-539B-CBEE-11CD-76FC6434DA69}"/>
              </a:ext>
            </a:extLst>
          </p:cNvPr>
          <p:cNvSpPr/>
          <p:nvPr/>
        </p:nvSpPr>
        <p:spPr>
          <a:xfrm>
            <a:off x="643890" y="3219450"/>
            <a:ext cx="4600575" cy="762000"/>
          </a:xfrm>
          <a:custGeom>
            <a:avLst/>
            <a:gdLst/>
            <a:ahLst/>
            <a:cxnLst/>
            <a:rect l="l" t="t" r="r" b="b"/>
            <a:pathLst>
              <a:path w="4600575" h="762000">
                <a:moveTo>
                  <a:pt x="38100" y="0"/>
                </a:moveTo>
                <a:lnTo>
                  <a:pt x="4486275" y="0"/>
                </a:lnTo>
                <a:cubicBezTo>
                  <a:pt x="4549359" y="0"/>
                  <a:pt x="4600575" y="51216"/>
                  <a:pt x="4600575" y="114300"/>
                </a:cubicBezTo>
                <a:lnTo>
                  <a:pt x="4600575" y="647700"/>
                </a:lnTo>
                <a:cubicBezTo>
                  <a:pt x="4600575" y="710784"/>
                  <a:pt x="4549359" y="762000"/>
                  <a:pt x="44862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C1F2A64-4670-081A-3C05-2FA83AFAA9C7}"/>
              </a:ext>
            </a:extLst>
          </p:cNvPr>
          <p:cNvSpPr/>
          <p:nvPr/>
        </p:nvSpPr>
        <p:spPr>
          <a:xfrm>
            <a:off x="643890" y="32194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FDA9758-2501-54D3-BB9D-24025362CA9F}"/>
              </a:ext>
            </a:extLst>
          </p:cNvPr>
          <p:cNvSpPr/>
          <p:nvPr/>
        </p:nvSpPr>
        <p:spPr>
          <a:xfrm>
            <a:off x="77724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F0960BB1-6E89-79D0-20BB-9DED4B4BB05B}"/>
              </a:ext>
            </a:extLst>
          </p:cNvPr>
          <p:cNvSpPr/>
          <p:nvPr/>
        </p:nvSpPr>
        <p:spPr>
          <a:xfrm>
            <a:off x="910590" y="3505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0"/>
                </a:moveTo>
                <a:cubicBezTo>
                  <a:pt x="107156" y="-6586"/>
                  <a:pt x="101836" y="-11906"/>
                  <a:pt x="95250" y="-11906"/>
                </a:cubicBezTo>
                <a:cubicBezTo>
                  <a:pt x="88664" y="-11906"/>
                  <a:pt x="83344" y="-6586"/>
                  <a:pt x="83344" y="0"/>
                </a:cubicBezTo>
                <a:lnTo>
                  <a:pt x="83344" y="95250"/>
                </a:lnTo>
                <a:cubicBezTo>
                  <a:pt x="83344" y="101836"/>
                  <a:pt x="88664" y="107156"/>
                  <a:pt x="95250" y="107156"/>
                </a:cubicBezTo>
                <a:cubicBezTo>
                  <a:pt x="101836" y="107156"/>
                  <a:pt x="107156" y="101836"/>
                  <a:pt x="107156" y="95250"/>
                </a:cubicBezTo>
                <a:lnTo>
                  <a:pt x="107156" y="0"/>
                </a:lnTo>
                <a:close/>
                <a:moveTo>
                  <a:pt x="54434" y="36612"/>
                </a:moveTo>
                <a:cubicBezTo>
                  <a:pt x="59829" y="32854"/>
                  <a:pt x="61131" y="25412"/>
                  <a:pt x="57373" y="20017"/>
                </a:cubicBezTo>
                <a:cubicBezTo>
                  <a:pt x="53615" y="14622"/>
                  <a:pt x="46174" y="13320"/>
                  <a:pt x="40779" y="17078"/>
                </a:cubicBezTo>
                <a:cubicBezTo>
                  <a:pt x="16148" y="34268"/>
                  <a:pt x="0" y="62880"/>
                  <a:pt x="0" y="95250"/>
                </a:cubicBezTo>
                <a:cubicBezTo>
                  <a:pt x="0" y="147861"/>
                  <a:pt x="42639" y="190500"/>
                  <a:pt x="95250" y="190500"/>
                </a:cubicBezTo>
                <a:cubicBezTo>
                  <a:pt x="147861" y="190500"/>
                  <a:pt x="190500" y="147861"/>
                  <a:pt x="190500" y="95250"/>
                </a:cubicBezTo>
                <a:cubicBezTo>
                  <a:pt x="190500" y="62880"/>
                  <a:pt x="174352" y="34268"/>
                  <a:pt x="149684" y="17078"/>
                </a:cubicBezTo>
                <a:cubicBezTo>
                  <a:pt x="144289" y="13320"/>
                  <a:pt x="136885" y="14622"/>
                  <a:pt x="133090" y="20017"/>
                </a:cubicBezTo>
                <a:cubicBezTo>
                  <a:pt x="129294" y="25412"/>
                  <a:pt x="130634" y="32817"/>
                  <a:pt x="136029" y="36612"/>
                </a:cubicBezTo>
                <a:cubicBezTo>
                  <a:pt x="154558" y="49560"/>
                  <a:pt x="166650" y="70991"/>
                  <a:pt x="166650" y="95250"/>
                </a:cubicBezTo>
                <a:cubicBezTo>
                  <a:pt x="166650" y="134689"/>
                  <a:pt x="134652" y="166688"/>
                  <a:pt x="95213" y="166688"/>
                </a:cubicBezTo>
                <a:cubicBezTo>
                  <a:pt x="55773" y="166688"/>
                  <a:pt x="23812" y="134689"/>
                  <a:pt x="23812" y="95250"/>
                </a:cubicBezTo>
                <a:cubicBezTo>
                  <a:pt x="23812" y="70991"/>
                  <a:pt x="35905" y="49523"/>
                  <a:pt x="54434" y="36612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D037D0A-F59C-44FC-F45D-974285F26C3C}"/>
              </a:ext>
            </a:extLst>
          </p:cNvPr>
          <p:cNvSpPr/>
          <p:nvPr/>
        </p:nvSpPr>
        <p:spPr>
          <a:xfrm>
            <a:off x="1386840" y="333375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Relay Cuts Power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FF7BD2D-FA05-BED9-8CB6-8156ADD183DF}"/>
              </a:ext>
            </a:extLst>
          </p:cNvPr>
          <p:cNvSpPr/>
          <p:nvPr/>
        </p:nvSpPr>
        <p:spPr>
          <a:xfrm>
            <a:off x="1386840" y="363855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Motor power disconnected for safety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CBB32D83-D93C-8891-F6CF-5A51BBB35EF3}"/>
              </a:ext>
            </a:extLst>
          </p:cNvPr>
          <p:cNvSpPr/>
          <p:nvPr/>
        </p:nvSpPr>
        <p:spPr>
          <a:xfrm>
            <a:off x="643890" y="4095750"/>
            <a:ext cx="4600575" cy="762000"/>
          </a:xfrm>
          <a:custGeom>
            <a:avLst/>
            <a:gdLst/>
            <a:ahLst/>
            <a:cxnLst/>
            <a:rect l="l" t="t" r="r" b="b"/>
            <a:pathLst>
              <a:path w="4600575" h="762000">
                <a:moveTo>
                  <a:pt x="38100" y="0"/>
                </a:moveTo>
                <a:lnTo>
                  <a:pt x="4486275" y="0"/>
                </a:lnTo>
                <a:cubicBezTo>
                  <a:pt x="4549359" y="0"/>
                  <a:pt x="4600575" y="51216"/>
                  <a:pt x="4600575" y="114300"/>
                </a:cubicBezTo>
                <a:lnTo>
                  <a:pt x="4600575" y="647700"/>
                </a:lnTo>
                <a:cubicBezTo>
                  <a:pt x="4600575" y="710784"/>
                  <a:pt x="4549359" y="762000"/>
                  <a:pt x="448627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0743DE7-217F-7626-7A60-104AC7109753}"/>
              </a:ext>
            </a:extLst>
          </p:cNvPr>
          <p:cNvSpPr/>
          <p:nvPr/>
        </p:nvSpPr>
        <p:spPr>
          <a:xfrm>
            <a:off x="643890" y="40957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16B96C4-B5A0-C4E6-DB33-B1A02A59AFB3}"/>
              </a:ext>
            </a:extLst>
          </p:cNvPr>
          <p:cNvSpPr/>
          <p:nvPr/>
        </p:nvSpPr>
        <p:spPr>
          <a:xfrm>
            <a:off x="777240" y="424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2AA4C">
              <a:alpha val="30196"/>
            </a:srgbClr>
          </a:solidFill>
          <a:ln/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06227056-E4D2-A599-BB83-E050B4850BC4}"/>
              </a:ext>
            </a:extLst>
          </p:cNvPr>
          <p:cNvSpPr/>
          <p:nvPr/>
        </p:nvSpPr>
        <p:spPr>
          <a:xfrm>
            <a:off x="898684" y="4381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07156"/>
                </a:lnTo>
                <a:lnTo>
                  <a:pt x="107156" y="107156"/>
                </a:lnTo>
                <a:lnTo>
                  <a:pt x="107156" y="59531"/>
                </a:lnTo>
                <a:cubicBezTo>
                  <a:pt x="107156" y="52946"/>
                  <a:pt x="112477" y="47625"/>
                  <a:pt x="119063" y="47625"/>
                </a:cubicBezTo>
                <a:lnTo>
                  <a:pt x="178594" y="47625"/>
                </a:lnTo>
                <a:cubicBezTo>
                  <a:pt x="198313" y="47625"/>
                  <a:pt x="214313" y="63624"/>
                  <a:pt x="214313" y="83344"/>
                </a:cubicBezTo>
                <a:lnTo>
                  <a:pt x="214313" y="166688"/>
                </a:lnTo>
                <a:cubicBezTo>
                  <a:pt x="214313" y="173273"/>
                  <a:pt x="208992" y="178594"/>
                  <a:pt x="202406" y="178594"/>
                </a:cubicBezTo>
                <a:cubicBezTo>
                  <a:pt x="195821" y="178594"/>
                  <a:pt x="190500" y="173273"/>
                  <a:pt x="190500" y="166688"/>
                </a:cubicBezTo>
                <a:lnTo>
                  <a:pt x="190500" y="142875"/>
                </a:lnTo>
                <a:lnTo>
                  <a:pt x="23812" y="142875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1672" y="71438"/>
                </a:moveTo>
                <a:cubicBezTo>
                  <a:pt x="41672" y="58295"/>
                  <a:pt x="52342" y="47625"/>
                  <a:pt x="65484" y="47625"/>
                </a:cubicBezTo>
                <a:cubicBezTo>
                  <a:pt x="78627" y="47625"/>
                  <a:pt x="89297" y="58295"/>
                  <a:pt x="89297" y="71437"/>
                </a:cubicBezTo>
                <a:cubicBezTo>
                  <a:pt x="89297" y="84580"/>
                  <a:pt x="78627" y="95250"/>
                  <a:pt x="65484" y="95250"/>
                </a:cubicBezTo>
                <a:cubicBezTo>
                  <a:pt x="52342" y="95250"/>
                  <a:pt x="41672" y="84580"/>
                  <a:pt x="41672" y="71438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01B3CA66-1CE7-7E22-68C6-893F256C997B}"/>
              </a:ext>
            </a:extLst>
          </p:cNvPr>
          <p:cNvSpPr/>
          <p:nvPr/>
        </p:nvSpPr>
        <p:spPr>
          <a:xfrm>
            <a:off x="1386840" y="42100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TFT Shows Emoji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9652559-4E01-C820-9C74-02453CCEDA3F}"/>
              </a:ext>
            </a:extLst>
          </p:cNvPr>
          <p:cNvSpPr/>
          <p:nvPr/>
        </p:nvSpPr>
        <p:spPr>
          <a:xfrm>
            <a:off x="1386840" y="451485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Sleeping emoji displayed on screen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29FA98E5-AB01-A90B-EB47-D7D645D1CE9A}"/>
              </a:ext>
            </a:extLst>
          </p:cNvPr>
          <p:cNvSpPr/>
          <p:nvPr/>
        </p:nvSpPr>
        <p:spPr>
          <a:xfrm>
            <a:off x="624840" y="5052059"/>
            <a:ext cx="4619625" cy="495300"/>
          </a:xfrm>
          <a:custGeom>
            <a:avLst/>
            <a:gdLst/>
            <a:ahLst/>
            <a:cxnLst/>
            <a:rect l="l" t="t" r="r" b="b"/>
            <a:pathLst>
              <a:path w="4619625" h="495300">
                <a:moveTo>
                  <a:pt x="114300" y="0"/>
                </a:moveTo>
                <a:lnTo>
                  <a:pt x="4505325" y="0"/>
                </a:lnTo>
                <a:cubicBezTo>
                  <a:pt x="4568451" y="0"/>
                  <a:pt x="4619625" y="51174"/>
                  <a:pt x="4619625" y="114300"/>
                </a:cubicBezTo>
                <a:lnTo>
                  <a:pt x="4619625" y="381000"/>
                </a:lnTo>
                <a:cubicBezTo>
                  <a:pt x="4619625" y="444126"/>
                  <a:pt x="4568451" y="495300"/>
                  <a:pt x="450532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AE5759E1-2C87-0AB3-A6CF-F750EACD9930}"/>
              </a:ext>
            </a:extLst>
          </p:cNvPr>
          <p:cNvSpPr/>
          <p:nvPr/>
        </p:nvSpPr>
        <p:spPr>
          <a:xfrm>
            <a:off x="1874401" y="52120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6A4F5A5-B00E-67E2-32D0-C946FA56CC4A}"/>
              </a:ext>
            </a:extLst>
          </p:cNvPr>
          <p:cNvSpPr/>
          <p:nvPr/>
        </p:nvSpPr>
        <p:spPr>
          <a:xfrm>
            <a:off x="972502" y="5166359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CRITICAL SAFETY MODE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3FE2D256-3CE3-ACA7-F5FB-45E656162AF3}"/>
              </a:ext>
            </a:extLst>
          </p:cNvPr>
          <p:cNvSpPr/>
          <p:nvPr/>
        </p:nvSpPr>
        <p:spPr>
          <a:xfrm>
            <a:off x="5715000" y="31813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4C3437E0-689B-F7EC-A30A-9144D85951A8}"/>
              </a:ext>
            </a:extLst>
          </p:cNvPr>
          <p:cNvSpPr/>
          <p:nvPr/>
        </p:nvSpPr>
        <p:spPr>
          <a:xfrm>
            <a:off x="5924550" y="3390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00861"/>
                </a:moveTo>
                <a:lnTo>
                  <a:pt x="272311" y="165155"/>
                </a:lnTo>
                <a:cubicBezTo>
                  <a:pt x="266149" y="171316"/>
                  <a:pt x="256974" y="173124"/>
                  <a:pt x="248937" y="169776"/>
                </a:cubicBezTo>
                <a:cubicBezTo>
                  <a:pt x="240901" y="166427"/>
                  <a:pt x="235744" y="158658"/>
                  <a:pt x="235744" y="150019"/>
                </a:cubicBezTo>
                <a:lnTo>
                  <a:pt x="235744" y="107156"/>
                </a:lnTo>
                <a:lnTo>
                  <a:pt x="21431" y="107156"/>
                </a:lnTo>
                <a:cubicBezTo>
                  <a:pt x="9577" y="107156"/>
                  <a:pt x="0" y="97579"/>
                  <a:pt x="0" y="85725"/>
                </a:cubicBezTo>
                <a:cubicBezTo>
                  <a:pt x="0" y="73871"/>
                  <a:pt x="9577" y="64294"/>
                  <a:pt x="21431" y="64294"/>
                </a:cubicBezTo>
                <a:lnTo>
                  <a:pt x="235744" y="64294"/>
                </a:lnTo>
                <a:lnTo>
                  <a:pt x="235744" y="21431"/>
                </a:lnTo>
                <a:cubicBezTo>
                  <a:pt x="235744" y="12792"/>
                  <a:pt x="240968" y="4956"/>
                  <a:pt x="249004" y="1607"/>
                </a:cubicBezTo>
                <a:cubicBezTo>
                  <a:pt x="257041" y="-1741"/>
                  <a:pt x="266216" y="134"/>
                  <a:pt x="272378" y="6228"/>
                </a:cubicBezTo>
                <a:lnTo>
                  <a:pt x="336672" y="70522"/>
                </a:lnTo>
                <a:cubicBezTo>
                  <a:pt x="345043" y="78894"/>
                  <a:pt x="345043" y="92489"/>
                  <a:pt x="336672" y="100861"/>
                </a:cubicBezTo>
                <a:close/>
                <a:moveTo>
                  <a:pt x="70522" y="336605"/>
                </a:moveTo>
                <a:lnTo>
                  <a:pt x="6228" y="272311"/>
                </a:lnTo>
                <a:cubicBezTo>
                  <a:pt x="-2143" y="263939"/>
                  <a:pt x="-2143" y="250344"/>
                  <a:pt x="6228" y="241972"/>
                </a:cubicBezTo>
                <a:lnTo>
                  <a:pt x="70522" y="177678"/>
                </a:lnTo>
                <a:cubicBezTo>
                  <a:pt x="76684" y="171517"/>
                  <a:pt x="85859" y="169709"/>
                  <a:pt x="93896" y="173057"/>
                </a:cubicBezTo>
                <a:cubicBezTo>
                  <a:pt x="101932" y="176406"/>
                  <a:pt x="107156" y="184242"/>
                  <a:pt x="107156" y="192881"/>
                </a:cubicBezTo>
                <a:lnTo>
                  <a:pt x="107156" y="235744"/>
                </a:lnTo>
                <a:lnTo>
                  <a:pt x="321469" y="235744"/>
                </a:lnTo>
                <a:cubicBezTo>
                  <a:pt x="333323" y="235744"/>
                  <a:pt x="342900" y="245321"/>
                  <a:pt x="342900" y="257175"/>
                </a:cubicBezTo>
                <a:cubicBezTo>
                  <a:pt x="342900" y="269029"/>
                  <a:pt x="333323" y="278606"/>
                  <a:pt x="321469" y="278606"/>
                </a:cubicBezTo>
                <a:lnTo>
                  <a:pt x="107156" y="278606"/>
                </a:lnTo>
                <a:lnTo>
                  <a:pt x="107156" y="321469"/>
                </a:lnTo>
                <a:cubicBezTo>
                  <a:pt x="107156" y="330108"/>
                  <a:pt x="101932" y="337944"/>
                  <a:pt x="93896" y="341293"/>
                </a:cubicBezTo>
                <a:cubicBezTo>
                  <a:pt x="85859" y="344641"/>
                  <a:pt x="76684" y="342766"/>
                  <a:pt x="70522" y="336672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F0C57A16-065D-4C2B-00DC-86CD819EE943}"/>
              </a:ext>
            </a:extLst>
          </p:cNvPr>
          <p:cNvSpPr/>
          <p:nvPr/>
        </p:nvSpPr>
        <p:spPr>
          <a:xfrm>
            <a:off x="6713220" y="1341120"/>
            <a:ext cx="5092065" cy="4444365"/>
          </a:xfrm>
          <a:custGeom>
            <a:avLst/>
            <a:gdLst/>
            <a:ahLst/>
            <a:cxnLst/>
            <a:rect l="l" t="t" r="r" b="b"/>
            <a:pathLst>
              <a:path w="5092065" h="4444365">
                <a:moveTo>
                  <a:pt x="152397" y="0"/>
                </a:moveTo>
                <a:lnTo>
                  <a:pt x="4939668" y="0"/>
                </a:lnTo>
                <a:cubicBezTo>
                  <a:pt x="5023834" y="0"/>
                  <a:pt x="5092065" y="68231"/>
                  <a:pt x="5092065" y="152397"/>
                </a:cubicBezTo>
                <a:lnTo>
                  <a:pt x="5092065" y="4291968"/>
                </a:lnTo>
                <a:cubicBezTo>
                  <a:pt x="5092065" y="4376134"/>
                  <a:pt x="5023834" y="4444365"/>
                  <a:pt x="4939668" y="4444365"/>
                </a:cubicBezTo>
                <a:lnTo>
                  <a:pt x="152397" y="4444365"/>
                </a:lnTo>
                <a:cubicBezTo>
                  <a:pt x="68231" y="4444365"/>
                  <a:pt x="0" y="4376134"/>
                  <a:pt x="0" y="429196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rgbClr val="4A5C6C"/>
            </a:solidFill>
            <a:prstDash val="solid"/>
          </a:ln>
        </p:spPr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D0146BC8-44C4-7205-D218-641B0BD0F478}"/>
              </a:ext>
            </a:extLst>
          </p:cNvPr>
          <p:cNvSpPr/>
          <p:nvPr/>
        </p:nvSpPr>
        <p:spPr>
          <a:xfrm>
            <a:off x="8154710" y="1577340"/>
            <a:ext cx="2209800" cy="499109"/>
          </a:xfrm>
          <a:custGeom>
            <a:avLst/>
            <a:gdLst/>
            <a:ahLst/>
            <a:cxnLst/>
            <a:rect l="l" t="t" r="r" b="b"/>
            <a:pathLst>
              <a:path w="2209800" h="419100">
                <a:moveTo>
                  <a:pt x="209550" y="0"/>
                </a:moveTo>
                <a:lnTo>
                  <a:pt x="2000250" y="0"/>
                </a:lnTo>
                <a:cubicBezTo>
                  <a:pt x="2115904" y="0"/>
                  <a:pt x="2209800" y="93896"/>
                  <a:pt x="2209800" y="209550"/>
                </a:cubicBezTo>
                <a:lnTo>
                  <a:pt x="2209800" y="209550"/>
                </a:lnTo>
                <a:cubicBezTo>
                  <a:pt x="2209800" y="325204"/>
                  <a:pt x="2115904" y="419100"/>
                  <a:pt x="20002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4B58BDCE-A69A-8ECA-A2EE-63196C86808B}"/>
              </a:ext>
            </a:extLst>
          </p:cNvPr>
          <p:cNvSpPr/>
          <p:nvPr/>
        </p:nvSpPr>
        <p:spPr>
          <a:xfrm>
            <a:off x="8297585" y="1653541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IF emotion = NORMAL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AA068DBF-F198-011C-CB3E-26671B692A7F}"/>
              </a:ext>
            </a:extLst>
          </p:cNvPr>
          <p:cNvSpPr/>
          <p:nvPr/>
        </p:nvSpPr>
        <p:spPr>
          <a:xfrm>
            <a:off x="6968490" y="2914650"/>
            <a:ext cx="4600575" cy="1371600"/>
          </a:xfrm>
          <a:custGeom>
            <a:avLst/>
            <a:gdLst/>
            <a:ahLst/>
            <a:cxnLst/>
            <a:rect l="l" t="t" r="r" b="b"/>
            <a:pathLst>
              <a:path w="4600575" h="1371600">
                <a:moveTo>
                  <a:pt x="38100" y="0"/>
                </a:moveTo>
                <a:lnTo>
                  <a:pt x="4486280" y="0"/>
                </a:lnTo>
                <a:cubicBezTo>
                  <a:pt x="4549361" y="0"/>
                  <a:pt x="4600575" y="51214"/>
                  <a:pt x="4600575" y="114295"/>
                </a:cubicBezTo>
                <a:lnTo>
                  <a:pt x="4600575" y="1257305"/>
                </a:lnTo>
                <a:cubicBezTo>
                  <a:pt x="4600575" y="1320386"/>
                  <a:pt x="4549361" y="1371600"/>
                  <a:pt x="4486280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B4B52D5F-BB5B-9902-DF68-06D9FC63FBA6}"/>
              </a:ext>
            </a:extLst>
          </p:cNvPr>
          <p:cNvSpPr/>
          <p:nvPr/>
        </p:nvSpPr>
        <p:spPr>
          <a:xfrm>
            <a:off x="6968490" y="291465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14F20ECD-1B35-BBB6-00BB-1EED69AC2256}"/>
              </a:ext>
            </a:extLst>
          </p:cNvPr>
          <p:cNvSpPr/>
          <p:nvPr/>
        </p:nvSpPr>
        <p:spPr>
          <a:xfrm>
            <a:off x="7216140" y="32955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C">
              <a:alpha val="40000"/>
            </a:srgbClr>
          </a:solidFill>
          <a:ln/>
        </p:spPr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E75577A7-132C-4DA1-CECF-B19554113E81}"/>
              </a:ext>
            </a:extLst>
          </p:cNvPr>
          <p:cNvSpPr/>
          <p:nvPr/>
        </p:nvSpPr>
        <p:spPr>
          <a:xfrm>
            <a:off x="7380447" y="345745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C00DAB60-49C8-CAC5-0CDA-DF291A3889ED}"/>
              </a:ext>
            </a:extLst>
          </p:cNvPr>
          <p:cNvSpPr/>
          <p:nvPr/>
        </p:nvSpPr>
        <p:spPr>
          <a:xfrm>
            <a:off x="7978140" y="3143250"/>
            <a:ext cx="3476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Motor Runs Normally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D64100C1-5B9C-799E-F170-730D392EB4F1}"/>
              </a:ext>
            </a:extLst>
          </p:cNvPr>
          <p:cNvSpPr/>
          <p:nvPr/>
        </p:nvSpPr>
        <p:spPr>
          <a:xfrm>
            <a:off x="7978140" y="3524134"/>
            <a:ext cx="3448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Vehicle continues operation without interruption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84BDB0D8-10C7-F2DD-DAE9-15D33FCACC46}"/>
              </a:ext>
            </a:extLst>
          </p:cNvPr>
          <p:cNvSpPr/>
          <p:nvPr/>
        </p:nvSpPr>
        <p:spPr>
          <a:xfrm>
            <a:off x="6949440" y="5052059"/>
            <a:ext cx="4619625" cy="495300"/>
          </a:xfrm>
          <a:custGeom>
            <a:avLst/>
            <a:gdLst/>
            <a:ahLst/>
            <a:cxnLst/>
            <a:rect l="l" t="t" r="r" b="b"/>
            <a:pathLst>
              <a:path w="4619625" h="495300">
                <a:moveTo>
                  <a:pt x="114300" y="0"/>
                </a:moveTo>
                <a:lnTo>
                  <a:pt x="4505325" y="0"/>
                </a:lnTo>
                <a:cubicBezTo>
                  <a:pt x="4568451" y="0"/>
                  <a:pt x="4619625" y="51174"/>
                  <a:pt x="4619625" y="114300"/>
                </a:cubicBezTo>
                <a:lnTo>
                  <a:pt x="4619625" y="381000"/>
                </a:lnTo>
                <a:cubicBezTo>
                  <a:pt x="4619625" y="444126"/>
                  <a:pt x="4568451" y="495300"/>
                  <a:pt x="4505325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C8C34F95-945F-EC45-A6D0-D449AE6649AE}"/>
              </a:ext>
            </a:extLst>
          </p:cNvPr>
          <p:cNvSpPr/>
          <p:nvPr/>
        </p:nvSpPr>
        <p:spPr>
          <a:xfrm>
            <a:off x="8041957" y="521208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526AF2FC-13E0-EA58-9F71-798AB2C54B56}"/>
              </a:ext>
            </a:extLst>
          </p:cNvPr>
          <p:cNvSpPr/>
          <p:nvPr/>
        </p:nvSpPr>
        <p:spPr>
          <a:xfrm>
            <a:off x="7297103" y="5166359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NORMAL OPERATION MODE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2">
            <a:extLst>
              <a:ext uri="{FF2B5EF4-FFF2-40B4-BE49-F238E27FC236}">
                <a16:creationId xmlns:a16="http://schemas.microsoft.com/office/drawing/2014/main" id="{8DE1C25D-D95A-1E9A-C7D4-77F0C33CDF67}"/>
              </a:ext>
            </a:extLst>
          </p:cNvPr>
          <p:cNvSpPr/>
          <p:nvPr/>
        </p:nvSpPr>
        <p:spPr>
          <a:xfrm>
            <a:off x="400050" y="5943600"/>
            <a:ext cx="11410950" cy="533400"/>
          </a:xfrm>
          <a:custGeom>
            <a:avLst/>
            <a:gdLst/>
            <a:ahLst/>
            <a:cxnLst/>
            <a:rect l="l" t="t" r="r" b="b"/>
            <a:pathLst>
              <a:path w="11410950" h="533400">
                <a:moveTo>
                  <a:pt x="38100" y="0"/>
                </a:moveTo>
                <a:lnTo>
                  <a:pt x="11296648" y="0"/>
                </a:lnTo>
                <a:cubicBezTo>
                  <a:pt x="11359733" y="0"/>
                  <a:pt x="11410950" y="51217"/>
                  <a:pt x="11410950" y="114302"/>
                </a:cubicBezTo>
                <a:lnTo>
                  <a:pt x="11410950" y="419098"/>
                </a:lnTo>
                <a:cubicBezTo>
                  <a:pt x="11410950" y="482183"/>
                  <a:pt x="11359733" y="533400"/>
                  <a:pt x="112966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48" name="Shape 43">
            <a:extLst>
              <a:ext uri="{FF2B5EF4-FFF2-40B4-BE49-F238E27FC236}">
                <a16:creationId xmlns:a16="http://schemas.microsoft.com/office/drawing/2014/main" id="{E05008A7-F6D6-A997-0565-B52E6E10029F}"/>
              </a:ext>
            </a:extLst>
          </p:cNvPr>
          <p:cNvSpPr/>
          <p:nvPr/>
        </p:nvSpPr>
        <p:spPr>
          <a:xfrm>
            <a:off x="400050" y="5943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82C31E75-C931-6338-91C4-CA4AFA0DFBCF}"/>
              </a:ext>
            </a:extLst>
          </p:cNvPr>
          <p:cNvSpPr/>
          <p:nvPr/>
        </p:nvSpPr>
        <p:spPr>
          <a:xfrm>
            <a:off x="609600" y="612648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7D6946F3-F079-5570-42A3-1AB7DDE0356A}"/>
              </a:ext>
            </a:extLst>
          </p:cNvPr>
          <p:cNvSpPr/>
          <p:nvPr/>
        </p:nvSpPr>
        <p:spPr>
          <a:xfrm>
            <a:off x="819150" y="6096000"/>
            <a:ext cx="1091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Decision Logic: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 System continuously monitors driver state and instantly switches between normal operation and safety mode based on AI analysis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Google Shape;192;p8">
            <a:extLst>
              <a:ext uri="{FF2B5EF4-FFF2-40B4-BE49-F238E27FC236}">
                <a16:creationId xmlns:a16="http://schemas.microsoft.com/office/drawing/2014/main" id="{4CB12D2A-A39E-B5F4-31B0-B281FD9BE2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9347" y="21346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191;p8">
            <a:extLst>
              <a:ext uri="{FF2B5EF4-FFF2-40B4-BE49-F238E27FC236}">
                <a16:creationId xmlns:a16="http://schemas.microsoft.com/office/drawing/2014/main" id="{16ECBAF0-2D2A-10FD-4B9F-68F5090EE9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8" y="54669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CB5A124A-759D-67CC-1B9B-498ACD8C04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98B7AFDA-87F9-A4D0-8900-94089D4DF3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3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7181551B-B8CD-7C1B-2E8A-1270CA40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1"/>
          <p:cNvSpPr/>
          <p:nvPr/>
        </p:nvSpPr>
        <p:spPr>
          <a:xfrm>
            <a:off x="3315020" y="396163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74627" y="0"/>
                </a:moveTo>
                <a:lnTo>
                  <a:pt x="373128" y="0"/>
                </a:lnTo>
                <a:cubicBezTo>
                  <a:pt x="414316" y="0"/>
                  <a:pt x="447755" y="33439"/>
                  <a:pt x="447755" y="74627"/>
                </a:cubicBezTo>
                <a:lnTo>
                  <a:pt x="447755" y="373128"/>
                </a:lnTo>
                <a:cubicBezTo>
                  <a:pt x="447755" y="414343"/>
                  <a:pt x="414343" y="447755"/>
                  <a:pt x="373128" y="447755"/>
                </a:cubicBezTo>
                <a:lnTo>
                  <a:pt x="74627" y="447755"/>
                </a:lnTo>
                <a:cubicBezTo>
                  <a:pt x="33412" y="447755"/>
                  <a:pt x="0" y="414343"/>
                  <a:pt x="0" y="373128"/>
                </a:cubicBezTo>
                <a:lnTo>
                  <a:pt x="0" y="74627"/>
                </a:lnTo>
                <a:cubicBezTo>
                  <a:pt x="0" y="33439"/>
                  <a:pt x="33439" y="0"/>
                  <a:pt x="74627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58" name="Shape 2"/>
          <p:cNvSpPr/>
          <p:nvPr/>
        </p:nvSpPr>
        <p:spPr>
          <a:xfrm>
            <a:off x="3440951" y="508102"/>
            <a:ext cx="195893" cy="223878"/>
          </a:xfrm>
          <a:custGeom>
            <a:avLst/>
            <a:gdLst/>
            <a:ahLst/>
            <a:cxnLst/>
            <a:rect l="l" t="t" r="r" b="b"/>
            <a:pathLst>
              <a:path w="195893" h="223878">
                <a:moveTo>
                  <a:pt x="13992" y="0"/>
                </a:moveTo>
                <a:cubicBezTo>
                  <a:pt x="21732" y="0"/>
                  <a:pt x="27985" y="6253"/>
                  <a:pt x="27985" y="13992"/>
                </a:cubicBezTo>
                <a:lnTo>
                  <a:pt x="27985" y="20989"/>
                </a:lnTo>
                <a:lnTo>
                  <a:pt x="58156" y="13468"/>
                </a:lnTo>
                <a:cubicBezTo>
                  <a:pt x="74815" y="9314"/>
                  <a:pt x="92393" y="11238"/>
                  <a:pt x="107785" y="18933"/>
                </a:cubicBezTo>
                <a:cubicBezTo>
                  <a:pt x="128030" y="29078"/>
                  <a:pt x="151861" y="29078"/>
                  <a:pt x="172106" y="18933"/>
                </a:cubicBezTo>
                <a:lnTo>
                  <a:pt x="176304" y="16835"/>
                </a:lnTo>
                <a:cubicBezTo>
                  <a:pt x="185311" y="12287"/>
                  <a:pt x="195893" y="18846"/>
                  <a:pt x="195893" y="28903"/>
                </a:cubicBezTo>
                <a:lnTo>
                  <a:pt x="195893" y="151205"/>
                </a:lnTo>
                <a:cubicBezTo>
                  <a:pt x="195893" y="157020"/>
                  <a:pt x="192264" y="162268"/>
                  <a:pt x="186798" y="164323"/>
                </a:cubicBezTo>
                <a:lnTo>
                  <a:pt x="171625" y="170007"/>
                </a:lnTo>
                <a:cubicBezTo>
                  <a:pt x="151423" y="177572"/>
                  <a:pt x="128948" y="176391"/>
                  <a:pt x="109665" y="166771"/>
                </a:cubicBezTo>
                <a:cubicBezTo>
                  <a:pt x="93093" y="158463"/>
                  <a:pt x="74072" y="156408"/>
                  <a:pt x="56101" y="160912"/>
                </a:cubicBezTo>
                <a:lnTo>
                  <a:pt x="27985" y="167908"/>
                </a:lnTo>
                <a:lnTo>
                  <a:pt x="27985" y="209885"/>
                </a:lnTo>
                <a:cubicBezTo>
                  <a:pt x="27985" y="217625"/>
                  <a:pt x="21732" y="223878"/>
                  <a:pt x="13992" y="223878"/>
                </a:cubicBezTo>
                <a:cubicBezTo>
                  <a:pt x="6253" y="223878"/>
                  <a:pt x="0" y="217625"/>
                  <a:pt x="0" y="209885"/>
                </a:cubicBezTo>
                <a:lnTo>
                  <a:pt x="0" y="13992"/>
                </a:lnTo>
                <a:cubicBezTo>
                  <a:pt x="0" y="6253"/>
                  <a:pt x="6253" y="0"/>
                  <a:pt x="13992" y="0"/>
                </a:cubicBezTo>
                <a:close/>
                <a:moveTo>
                  <a:pt x="27985" y="81812"/>
                </a:moveTo>
                <a:lnTo>
                  <a:pt x="55969" y="75734"/>
                </a:lnTo>
                <a:lnTo>
                  <a:pt x="55969" y="104374"/>
                </a:lnTo>
                <a:lnTo>
                  <a:pt x="27985" y="110452"/>
                </a:lnTo>
                <a:lnTo>
                  <a:pt x="27985" y="139093"/>
                </a:lnTo>
                <a:lnTo>
                  <a:pt x="49323" y="133758"/>
                </a:lnTo>
                <a:cubicBezTo>
                  <a:pt x="51553" y="133190"/>
                  <a:pt x="53739" y="132709"/>
                  <a:pt x="55969" y="132315"/>
                </a:cubicBezTo>
                <a:lnTo>
                  <a:pt x="55969" y="104374"/>
                </a:lnTo>
                <a:lnTo>
                  <a:pt x="72979" y="100701"/>
                </a:lnTo>
                <a:cubicBezTo>
                  <a:pt x="76608" y="99914"/>
                  <a:pt x="80281" y="99608"/>
                  <a:pt x="83954" y="99783"/>
                </a:cubicBezTo>
                <a:lnTo>
                  <a:pt x="83954" y="71798"/>
                </a:lnTo>
                <a:cubicBezTo>
                  <a:pt x="89901" y="71973"/>
                  <a:pt x="95848" y="72935"/>
                  <a:pt x="101619" y="74597"/>
                </a:cubicBezTo>
                <a:lnTo>
                  <a:pt x="111939" y="77614"/>
                </a:lnTo>
                <a:lnTo>
                  <a:pt x="111939" y="106779"/>
                </a:lnTo>
                <a:lnTo>
                  <a:pt x="93705" y="101401"/>
                </a:lnTo>
                <a:cubicBezTo>
                  <a:pt x="90513" y="100483"/>
                  <a:pt x="87234" y="99914"/>
                  <a:pt x="83954" y="99739"/>
                </a:cubicBezTo>
                <a:lnTo>
                  <a:pt x="83954" y="130960"/>
                </a:lnTo>
                <a:cubicBezTo>
                  <a:pt x="93486" y="131790"/>
                  <a:pt x="102887" y="133889"/>
                  <a:pt x="111939" y="137256"/>
                </a:cubicBezTo>
                <a:lnTo>
                  <a:pt x="111939" y="106735"/>
                </a:lnTo>
                <a:lnTo>
                  <a:pt x="121865" y="109665"/>
                </a:lnTo>
                <a:cubicBezTo>
                  <a:pt x="127768" y="111414"/>
                  <a:pt x="133802" y="112464"/>
                  <a:pt x="139923" y="112901"/>
                </a:cubicBezTo>
                <a:lnTo>
                  <a:pt x="139923" y="84829"/>
                </a:lnTo>
                <a:cubicBezTo>
                  <a:pt x="136513" y="84479"/>
                  <a:pt x="133102" y="83823"/>
                  <a:pt x="129779" y="82861"/>
                </a:cubicBezTo>
                <a:lnTo>
                  <a:pt x="111939" y="77614"/>
                </a:lnTo>
                <a:lnTo>
                  <a:pt x="111939" y="50504"/>
                </a:lnTo>
                <a:cubicBezTo>
                  <a:pt x="106254" y="48842"/>
                  <a:pt x="100657" y="46656"/>
                  <a:pt x="95235" y="43945"/>
                </a:cubicBezTo>
                <a:cubicBezTo>
                  <a:pt x="91650" y="42152"/>
                  <a:pt x="87846" y="40884"/>
                  <a:pt x="83954" y="40097"/>
                </a:cubicBezTo>
                <a:lnTo>
                  <a:pt x="83954" y="71755"/>
                </a:lnTo>
                <a:cubicBezTo>
                  <a:pt x="78270" y="71580"/>
                  <a:pt x="72585" y="72104"/>
                  <a:pt x="67032" y="73329"/>
                </a:cubicBezTo>
                <a:lnTo>
                  <a:pt x="55969" y="75734"/>
                </a:lnTo>
                <a:lnTo>
                  <a:pt x="55969" y="42852"/>
                </a:lnTo>
                <a:lnTo>
                  <a:pt x="27985" y="49848"/>
                </a:lnTo>
                <a:lnTo>
                  <a:pt x="27985" y="81812"/>
                </a:lnTo>
                <a:close/>
                <a:moveTo>
                  <a:pt x="139923" y="146788"/>
                </a:moveTo>
                <a:cubicBezTo>
                  <a:pt x="147269" y="147444"/>
                  <a:pt x="154747" y="146482"/>
                  <a:pt x="161787" y="143815"/>
                </a:cubicBezTo>
                <a:lnTo>
                  <a:pt x="167908" y="141541"/>
                </a:lnTo>
                <a:lnTo>
                  <a:pt x="167908" y="110190"/>
                </a:lnTo>
                <a:lnTo>
                  <a:pt x="164454" y="110977"/>
                </a:lnTo>
                <a:cubicBezTo>
                  <a:pt x="156408" y="112857"/>
                  <a:pt x="148144" y="113469"/>
                  <a:pt x="139923" y="112944"/>
                </a:cubicBezTo>
                <a:lnTo>
                  <a:pt x="139923" y="146788"/>
                </a:lnTo>
                <a:close/>
                <a:moveTo>
                  <a:pt x="167908" y="81462"/>
                </a:moveTo>
                <a:lnTo>
                  <a:pt x="167908" y="50504"/>
                </a:lnTo>
                <a:cubicBezTo>
                  <a:pt x="158769" y="53171"/>
                  <a:pt x="149368" y="54483"/>
                  <a:pt x="139923" y="54483"/>
                </a:cubicBezTo>
                <a:lnTo>
                  <a:pt x="139923" y="84829"/>
                </a:lnTo>
                <a:cubicBezTo>
                  <a:pt x="146001" y="85441"/>
                  <a:pt x="152167" y="85047"/>
                  <a:pt x="158157" y="83692"/>
                </a:cubicBezTo>
                <a:lnTo>
                  <a:pt x="167908" y="81418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59" name="Text 3"/>
          <p:cNvSpPr/>
          <p:nvPr/>
        </p:nvSpPr>
        <p:spPr>
          <a:xfrm>
            <a:off x="3874714" y="284224"/>
            <a:ext cx="543836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59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09 / Summary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4"/>
          <p:cNvSpPr/>
          <p:nvPr/>
        </p:nvSpPr>
        <p:spPr>
          <a:xfrm>
            <a:off x="3874714" y="508102"/>
            <a:ext cx="5587611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6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376861" y="1272371"/>
            <a:ext cx="5604402" cy="4708892"/>
          </a:xfrm>
          <a:custGeom>
            <a:avLst/>
            <a:gdLst/>
            <a:ahLst/>
            <a:cxnLst/>
            <a:rect l="l" t="t" r="r" b="b"/>
            <a:pathLst>
              <a:path w="5604402" h="4708892">
                <a:moveTo>
                  <a:pt x="149272" y="0"/>
                </a:moveTo>
                <a:lnTo>
                  <a:pt x="5455130" y="0"/>
                </a:lnTo>
                <a:cubicBezTo>
                  <a:pt x="5537571" y="0"/>
                  <a:pt x="5604402" y="66831"/>
                  <a:pt x="5604402" y="149272"/>
                </a:cubicBezTo>
                <a:lnTo>
                  <a:pt x="5604402" y="4559620"/>
                </a:lnTo>
                <a:cubicBezTo>
                  <a:pt x="5604402" y="4642061"/>
                  <a:pt x="5537571" y="4708892"/>
                  <a:pt x="5455130" y="4708892"/>
                </a:cubicBezTo>
                <a:lnTo>
                  <a:pt x="149272" y="4708892"/>
                </a:lnTo>
                <a:cubicBezTo>
                  <a:pt x="66831" y="4708892"/>
                  <a:pt x="0" y="4642061"/>
                  <a:pt x="0" y="4559620"/>
                </a:cubicBezTo>
                <a:lnTo>
                  <a:pt x="0" y="149272"/>
                </a:lnTo>
                <a:cubicBezTo>
                  <a:pt x="0" y="66831"/>
                  <a:pt x="66831" y="0"/>
                  <a:pt x="14927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F2AA4C">
                <a:alpha val="40000"/>
              </a:srgbClr>
            </a:solidFill>
            <a:prstDash val="solid"/>
          </a:ln>
        </p:spPr>
      </p:sp>
      <p:sp>
        <p:nvSpPr>
          <p:cNvPr id="62" name="Shape 6"/>
          <p:cNvSpPr/>
          <p:nvPr/>
        </p:nvSpPr>
        <p:spPr>
          <a:xfrm>
            <a:off x="567157" y="1462670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F2AA4C">
              <a:alpha val="20000"/>
            </a:srgbClr>
          </a:solidFill>
          <a:ln/>
        </p:spPr>
      </p:sp>
      <p:sp>
        <p:nvSpPr>
          <p:cNvPr id="63" name="Shape 7"/>
          <p:cNvSpPr/>
          <p:nvPr/>
        </p:nvSpPr>
        <p:spPr>
          <a:xfrm>
            <a:off x="690756" y="1583937"/>
            <a:ext cx="279847" cy="279847"/>
          </a:xfrm>
          <a:custGeom>
            <a:avLst/>
            <a:gdLst/>
            <a:ahLst/>
            <a:cxnLst/>
            <a:rect l="l" t="t" r="r" b="b"/>
            <a:pathLst>
              <a:path w="279847" h="279847">
                <a:moveTo>
                  <a:pt x="139923" y="279847"/>
                </a:moveTo>
                <a:cubicBezTo>
                  <a:pt x="217149" y="279847"/>
                  <a:pt x="279847" y="217149"/>
                  <a:pt x="279847" y="139923"/>
                </a:cubicBezTo>
                <a:cubicBezTo>
                  <a:pt x="279847" y="62698"/>
                  <a:pt x="217149" y="0"/>
                  <a:pt x="139923" y="0"/>
                </a:cubicBezTo>
                <a:cubicBezTo>
                  <a:pt x="62698" y="0"/>
                  <a:pt x="0" y="62698"/>
                  <a:pt x="0" y="139923"/>
                </a:cubicBezTo>
                <a:cubicBezTo>
                  <a:pt x="0" y="217149"/>
                  <a:pt x="62698" y="279847"/>
                  <a:pt x="139923" y="279847"/>
                </a:cubicBezTo>
                <a:close/>
                <a:moveTo>
                  <a:pt x="186055" y="116257"/>
                </a:moveTo>
                <a:lnTo>
                  <a:pt x="142328" y="186218"/>
                </a:lnTo>
                <a:cubicBezTo>
                  <a:pt x="140033" y="189881"/>
                  <a:pt x="136097" y="192176"/>
                  <a:pt x="131780" y="192395"/>
                </a:cubicBezTo>
                <a:cubicBezTo>
                  <a:pt x="127462" y="192613"/>
                  <a:pt x="123308" y="190646"/>
                  <a:pt x="120739" y="187148"/>
                </a:cubicBezTo>
                <a:lnTo>
                  <a:pt x="94503" y="152167"/>
                </a:lnTo>
                <a:cubicBezTo>
                  <a:pt x="90130" y="146373"/>
                  <a:pt x="91333" y="138174"/>
                  <a:pt x="97127" y="133802"/>
                </a:cubicBezTo>
                <a:cubicBezTo>
                  <a:pt x="102920" y="129429"/>
                  <a:pt x="111119" y="130632"/>
                  <a:pt x="115492" y="136425"/>
                </a:cubicBezTo>
                <a:lnTo>
                  <a:pt x="130249" y="156102"/>
                </a:lnTo>
                <a:lnTo>
                  <a:pt x="163809" y="102374"/>
                </a:lnTo>
                <a:cubicBezTo>
                  <a:pt x="167635" y="96252"/>
                  <a:pt x="175724" y="94339"/>
                  <a:pt x="181901" y="98220"/>
                </a:cubicBezTo>
                <a:cubicBezTo>
                  <a:pt x="188077" y="102100"/>
                  <a:pt x="189935" y="110135"/>
                  <a:pt x="186055" y="116311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28" name="Text 8"/>
          <p:cNvSpPr/>
          <p:nvPr/>
        </p:nvSpPr>
        <p:spPr>
          <a:xfrm>
            <a:off x="1238789" y="1555952"/>
            <a:ext cx="1520502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Conclusion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85813" y="2233761"/>
            <a:ext cx="5205154" cy="970136"/>
          </a:xfrm>
          <a:custGeom>
            <a:avLst/>
            <a:gdLst/>
            <a:ahLst/>
            <a:cxnLst/>
            <a:rect l="l" t="t" r="r" b="b"/>
            <a:pathLst>
              <a:path w="5205154" h="970136">
                <a:moveTo>
                  <a:pt x="37313" y="0"/>
                </a:moveTo>
                <a:lnTo>
                  <a:pt x="5093219" y="0"/>
                </a:lnTo>
                <a:cubicBezTo>
                  <a:pt x="5155039" y="0"/>
                  <a:pt x="5205154" y="50115"/>
                  <a:pt x="5205154" y="111934"/>
                </a:cubicBezTo>
                <a:lnTo>
                  <a:pt x="5205154" y="858202"/>
                </a:lnTo>
                <a:cubicBezTo>
                  <a:pt x="5205154" y="920021"/>
                  <a:pt x="5155039" y="970136"/>
                  <a:pt x="5093219" y="970136"/>
                </a:cubicBez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30" name="Shape 10"/>
          <p:cNvSpPr/>
          <p:nvPr/>
        </p:nvSpPr>
        <p:spPr>
          <a:xfrm>
            <a:off x="585813" y="2233761"/>
            <a:ext cx="37313" cy="970136"/>
          </a:xfrm>
          <a:custGeom>
            <a:avLst/>
            <a:gdLst/>
            <a:ahLst/>
            <a:cxnLst/>
            <a:rect l="l" t="t" r="r" b="b"/>
            <a:pathLst>
              <a:path w="37313" h="970136">
                <a:moveTo>
                  <a:pt x="37313" y="0"/>
                </a:moveTo>
                <a:lnTo>
                  <a:pt x="37313" y="0"/>
                </a:lnTo>
                <a:lnTo>
                  <a:pt x="37313" y="970136"/>
                </a:ln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1" name="Shape 11"/>
          <p:cNvSpPr/>
          <p:nvPr/>
        </p:nvSpPr>
        <p:spPr>
          <a:xfrm>
            <a:off x="739729" y="2383013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43726" y="20406"/>
                </a:moveTo>
                <a:cubicBezTo>
                  <a:pt x="43726" y="9146"/>
                  <a:pt x="52872" y="0"/>
                  <a:pt x="64132" y="0"/>
                </a:cubicBezTo>
                <a:lnTo>
                  <a:pt x="72877" y="0"/>
                </a:lnTo>
                <a:cubicBezTo>
                  <a:pt x="79326" y="0"/>
                  <a:pt x="84537" y="5211"/>
                  <a:pt x="84537" y="11660"/>
                </a:cubicBezTo>
                <a:lnTo>
                  <a:pt x="84537" y="174904"/>
                </a:lnTo>
                <a:cubicBezTo>
                  <a:pt x="84537" y="181354"/>
                  <a:pt x="79326" y="186565"/>
                  <a:pt x="72877" y="186565"/>
                </a:cubicBezTo>
                <a:lnTo>
                  <a:pt x="61217" y="186565"/>
                </a:lnTo>
                <a:cubicBezTo>
                  <a:pt x="50358" y="186565"/>
                  <a:pt x="41212" y="179131"/>
                  <a:pt x="38625" y="169074"/>
                </a:cubicBezTo>
                <a:cubicBezTo>
                  <a:pt x="38370" y="169074"/>
                  <a:pt x="38151" y="169074"/>
                  <a:pt x="37896" y="169074"/>
                </a:cubicBezTo>
                <a:cubicBezTo>
                  <a:pt x="21790" y="169074"/>
                  <a:pt x="8745" y="156029"/>
                  <a:pt x="8745" y="139923"/>
                </a:cubicBezTo>
                <a:cubicBezTo>
                  <a:pt x="8745" y="133365"/>
                  <a:pt x="10932" y="127316"/>
                  <a:pt x="14575" y="122433"/>
                </a:cubicBezTo>
                <a:cubicBezTo>
                  <a:pt x="7506" y="117113"/>
                  <a:pt x="2915" y="108659"/>
                  <a:pt x="2915" y="99112"/>
                </a:cubicBezTo>
                <a:cubicBezTo>
                  <a:pt x="2915" y="87853"/>
                  <a:pt x="9328" y="78051"/>
                  <a:pt x="18656" y="73205"/>
                </a:cubicBezTo>
                <a:cubicBezTo>
                  <a:pt x="16069" y="68832"/>
                  <a:pt x="14575" y="63731"/>
                  <a:pt x="14575" y="58301"/>
                </a:cubicBezTo>
                <a:cubicBezTo>
                  <a:pt x="14575" y="42196"/>
                  <a:pt x="27620" y="29151"/>
                  <a:pt x="43726" y="29151"/>
                </a:cubicBezTo>
                <a:lnTo>
                  <a:pt x="43726" y="20406"/>
                </a:lnTo>
                <a:close/>
                <a:moveTo>
                  <a:pt x="142839" y="20406"/>
                </a:moveTo>
                <a:lnTo>
                  <a:pt x="142839" y="29151"/>
                </a:lnTo>
                <a:cubicBezTo>
                  <a:pt x="158944" y="29151"/>
                  <a:pt x="171989" y="42196"/>
                  <a:pt x="171989" y="58301"/>
                </a:cubicBezTo>
                <a:cubicBezTo>
                  <a:pt x="171989" y="63767"/>
                  <a:pt x="170495" y="68869"/>
                  <a:pt x="167908" y="73205"/>
                </a:cubicBezTo>
                <a:cubicBezTo>
                  <a:pt x="177273" y="78051"/>
                  <a:pt x="183650" y="87817"/>
                  <a:pt x="183650" y="99112"/>
                </a:cubicBezTo>
                <a:cubicBezTo>
                  <a:pt x="183650" y="108659"/>
                  <a:pt x="179058" y="117113"/>
                  <a:pt x="171989" y="122433"/>
                </a:cubicBezTo>
                <a:cubicBezTo>
                  <a:pt x="175633" y="127316"/>
                  <a:pt x="177819" y="133365"/>
                  <a:pt x="177819" y="139923"/>
                </a:cubicBezTo>
                <a:cubicBezTo>
                  <a:pt x="177819" y="156029"/>
                  <a:pt x="164774" y="169074"/>
                  <a:pt x="148669" y="169074"/>
                </a:cubicBezTo>
                <a:cubicBezTo>
                  <a:pt x="148414" y="169074"/>
                  <a:pt x="148195" y="169074"/>
                  <a:pt x="147940" y="169074"/>
                </a:cubicBezTo>
                <a:cubicBezTo>
                  <a:pt x="145353" y="179131"/>
                  <a:pt x="136207" y="186565"/>
                  <a:pt x="125348" y="186565"/>
                </a:cubicBezTo>
                <a:lnTo>
                  <a:pt x="113688" y="186565"/>
                </a:lnTo>
                <a:cubicBezTo>
                  <a:pt x="107238" y="186565"/>
                  <a:pt x="102028" y="181354"/>
                  <a:pt x="102028" y="174904"/>
                </a:cubicBezTo>
                <a:lnTo>
                  <a:pt x="102028" y="11660"/>
                </a:lnTo>
                <a:cubicBezTo>
                  <a:pt x="102028" y="5211"/>
                  <a:pt x="107238" y="0"/>
                  <a:pt x="113688" y="0"/>
                </a:cubicBezTo>
                <a:lnTo>
                  <a:pt x="122433" y="0"/>
                </a:lnTo>
                <a:cubicBezTo>
                  <a:pt x="133693" y="0"/>
                  <a:pt x="142839" y="9146"/>
                  <a:pt x="142839" y="20406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2" name="Text 12"/>
          <p:cNvSpPr/>
          <p:nvPr/>
        </p:nvSpPr>
        <p:spPr>
          <a:xfrm>
            <a:off x="1061553" y="2345700"/>
            <a:ext cx="470142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AI Improves Driver Safety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1061553" y="2644203"/>
            <a:ext cx="4692101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Machine learning algorithms accurately detect drowsiness, preventing potential accidents before they occur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585813" y="3477568"/>
            <a:ext cx="5205154" cy="970136"/>
          </a:xfrm>
          <a:custGeom>
            <a:avLst/>
            <a:gdLst/>
            <a:ahLst/>
            <a:cxnLst/>
            <a:rect l="l" t="t" r="r" b="b"/>
            <a:pathLst>
              <a:path w="5205154" h="970136">
                <a:moveTo>
                  <a:pt x="37313" y="0"/>
                </a:moveTo>
                <a:lnTo>
                  <a:pt x="5093219" y="0"/>
                </a:lnTo>
                <a:cubicBezTo>
                  <a:pt x="5155039" y="0"/>
                  <a:pt x="5205154" y="50115"/>
                  <a:pt x="5205154" y="111934"/>
                </a:cubicBezTo>
                <a:lnTo>
                  <a:pt x="5205154" y="858202"/>
                </a:lnTo>
                <a:cubicBezTo>
                  <a:pt x="5205154" y="920021"/>
                  <a:pt x="5155039" y="970136"/>
                  <a:pt x="5093219" y="970136"/>
                </a:cubicBez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35" name="Shape 15"/>
          <p:cNvSpPr/>
          <p:nvPr/>
        </p:nvSpPr>
        <p:spPr>
          <a:xfrm>
            <a:off x="585813" y="3477568"/>
            <a:ext cx="37313" cy="970136"/>
          </a:xfrm>
          <a:custGeom>
            <a:avLst/>
            <a:gdLst/>
            <a:ahLst/>
            <a:cxnLst/>
            <a:rect l="l" t="t" r="r" b="b"/>
            <a:pathLst>
              <a:path w="37313" h="970136">
                <a:moveTo>
                  <a:pt x="37313" y="0"/>
                </a:moveTo>
                <a:lnTo>
                  <a:pt x="37313" y="0"/>
                </a:lnTo>
                <a:lnTo>
                  <a:pt x="37313" y="970136"/>
                </a:ln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6" name="Shape 16"/>
          <p:cNvSpPr/>
          <p:nvPr/>
        </p:nvSpPr>
        <p:spPr>
          <a:xfrm>
            <a:off x="716408" y="3626820"/>
            <a:ext cx="233206" cy="186565"/>
          </a:xfrm>
          <a:custGeom>
            <a:avLst/>
            <a:gdLst/>
            <a:ahLst/>
            <a:cxnLst/>
            <a:rect l="l" t="t" r="r" b="b"/>
            <a:pathLst>
              <a:path w="233206" h="186565">
                <a:moveTo>
                  <a:pt x="128263" y="0"/>
                </a:moveTo>
                <a:cubicBezTo>
                  <a:pt x="128263" y="-6450"/>
                  <a:pt x="123053" y="-11660"/>
                  <a:pt x="116603" y="-11660"/>
                </a:cubicBezTo>
                <a:cubicBezTo>
                  <a:pt x="110153" y="-11660"/>
                  <a:pt x="104943" y="-6450"/>
                  <a:pt x="104943" y="0"/>
                </a:cubicBezTo>
                <a:lnTo>
                  <a:pt x="104943" y="23321"/>
                </a:lnTo>
                <a:lnTo>
                  <a:pt x="69962" y="23321"/>
                </a:lnTo>
                <a:cubicBezTo>
                  <a:pt x="50649" y="23321"/>
                  <a:pt x="34981" y="38989"/>
                  <a:pt x="34981" y="58301"/>
                </a:cubicBezTo>
                <a:lnTo>
                  <a:pt x="34981" y="139923"/>
                </a:lnTo>
                <a:cubicBezTo>
                  <a:pt x="34981" y="159236"/>
                  <a:pt x="50649" y="174904"/>
                  <a:pt x="69962" y="174904"/>
                </a:cubicBezTo>
                <a:lnTo>
                  <a:pt x="163244" y="174904"/>
                </a:lnTo>
                <a:cubicBezTo>
                  <a:pt x="182556" y="174904"/>
                  <a:pt x="198225" y="159236"/>
                  <a:pt x="198225" y="139923"/>
                </a:cubicBezTo>
                <a:lnTo>
                  <a:pt x="198225" y="58301"/>
                </a:lnTo>
                <a:cubicBezTo>
                  <a:pt x="198225" y="38989"/>
                  <a:pt x="182556" y="23321"/>
                  <a:pt x="163244" y="23321"/>
                </a:cubicBezTo>
                <a:lnTo>
                  <a:pt x="128263" y="23321"/>
                </a:lnTo>
                <a:lnTo>
                  <a:pt x="128263" y="0"/>
                </a:lnTo>
                <a:close/>
                <a:moveTo>
                  <a:pt x="58301" y="134093"/>
                </a:moveTo>
                <a:cubicBezTo>
                  <a:pt x="58301" y="129247"/>
                  <a:pt x="62200" y="125348"/>
                  <a:pt x="67047" y="125348"/>
                </a:cubicBezTo>
                <a:lnTo>
                  <a:pt x="78707" y="125348"/>
                </a:lnTo>
                <a:cubicBezTo>
                  <a:pt x="83553" y="125348"/>
                  <a:pt x="87452" y="129247"/>
                  <a:pt x="87452" y="134093"/>
                </a:cubicBezTo>
                <a:cubicBezTo>
                  <a:pt x="87452" y="138940"/>
                  <a:pt x="83553" y="142839"/>
                  <a:pt x="78707" y="142839"/>
                </a:cubicBezTo>
                <a:lnTo>
                  <a:pt x="67047" y="142839"/>
                </a:lnTo>
                <a:cubicBezTo>
                  <a:pt x="62200" y="142839"/>
                  <a:pt x="58301" y="138940"/>
                  <a:pt x="58301" y="134093"/>
                </a:cubicBezTo>
                <a:close/>
                <a:moveTo>
                  <a:pt x="102028" y="134093"/>
                </a:moveTo>
                <a:cubicBezTo>
                  <a:pt x="102028" y="129247"/>
                  <a:pt x="105926" y="125348"/>
                  <a:pt x="110773" y="125348"/>
                </a:cubicBezTo>
                <a:lnTo>
                  <a:pt x="122433" y="125348"/>
                </a:lnTo>
                <a:cubicBezTo>
                  <a:pt x="127279" y="125348"/>
                  <a:pt x="131178" y="129247"/>
                  <a:pt x="131178" y="134093"/>
                </a:cubicBezTo>
                <a:cubicBezTo>
                  <a:pt x="131178" y="138940"/>
                  <a:pt x="127279" y="142839"/>
                  <a:pt x="122433" y="142839"/>
                </a:cubicBezTo>
                <a:lnTo>
                  <a:pt x="110773" y="142839"/>
                </a:lnTo>
                <a:cubicBezTo>
                  <a:pt x="105926" y="142839"/>
                  <a:pt x="102028" y="138940"/>
                  <a:pt x="102028" y="134093"/>
                </a:cubicBezTo>
                <a:close/>
                <a:moveTo>
                  <a:pt x="145754" y="134093"/>
                </a:moveTo>
                <a:cubicBezTo>
                  <a:pt x="145754" y="129247"/>
                  <a:pt x="149653" y="125348"/>
                  <a:pt x="154499" y="125348"/>
                </a:cubicBezTo>
                <a:lnTo>
                  <a:pt x="166159" y="125348"/>
                </a:lnTo>
                <a:cubicBezTo>
                  <a:pt x="171005" y="125348"/>
                  <a:pt x="174904" y="129247"/>
                  <a:pt x="174904" y="134093"/>
                </a:cubicBezTo>
                <a:cubicBezTo>
                  <a:pt x="174904" y="138940"/>
                  <a:pt x="171005" y="142839"/>
                  <a:pt x="166159" y="142839"/>
                </a:cubicBezTo>
                <a:lnTo>
                  <a:pt x="154499" y="142839"/>
                </a:lnTo>
                <a:cubicBezTo>
                  <a:pt x="149653" y="142839"/>
                  <a:pt x="145754" y="138940"/>
                  <a:pt x="145754" y="134093"/>
                </a:cubicBezTo>
                <a:close/>
                <a:moveTo>
                  <a:pt x="81622" y="64132"/>
                </a:moveTo>
                <a:cubicBezTo>
                  <a:pt x="91275" y="64132"/>
                  <a:pt x="99112" y="71969"/>
                  <a:pt x="99112" y="81622"/>
                </a:cubicBezTo>
                <a:cubicBezTo>
                  <a:pt x="99112" y="91275"/>
                  <a:pt x="91275" y="99112"/>
                  <a:pt x="81622" y="99112"/>
                </a:cubicBezTo>
                <a:cubicBezTo>
                  <a:pt x="71969" y="99112"/>
                  <a:pt x="64132" y="91275"/>
                  <a:pt x="64132" y="81622"/>
                </a:cubicBezTo>
                <a:cubicBezTo>
                  <a:pt x="64132" y="71969"/>
                  <a:pt x="71969" y="64132"/>
                  <a:pt x="81622" y="64132"/>
                </a:cubicBezTo>
                <a:close/>
                <a:moveTo>
                  <a:pt x="134093" y="81622"/>
                </a:moveTo>
                <a:cubicBezTo>
                  <a:pt x="134093" y="71969"/>
                  <a:pt x="141931" y="64132"/>
                  <a:pt x="151584" y="64132"/>
                </a:cubicBezTo>
                <a:cubicBezTo>
                  <a:pt x="161237" y="64132"/>
                  <a:pt x="169074" y="71969"/>
                  <a:pt x="169074" y="81622"/>
                </a:cubicBezTo>
                <a:cubicBezTo>
                  <a:pt x="169074" y="91275"/>
                  <a:pt x="161237" y="99112"/>
                  <a:pt x="151584" y="99112"/>
                </a:cubicBezTo>
                <a:cubicBezTo>
                  <a:pt x="141931" y="99112"/>
                  <a:pt x="134093" y="91275"/>
                  <a:pt x="134093" y="81622"/>
                </a:cubicBezTo>
                <a:close/>
                <a:moveTo>
                  <a:pt x="23321" y="81622"/>
                </a:moveTo>
                <a:cubicBezTo>
                  <a:pt x="23321" y="75172"/>
                  <a:pt x="18110" y="69962"/>
                  <a:pt x="11660" y="69962"/>
                </a:cubicBezTo>
                <a:cubicBezTo>
                  <a:pt x="5211" y="69962"/>
                  <a:pt x="0" y="75172"/>
                  <a:pt x="0" y="81622"/>
                </a:cubicBezTo>
                <a:lnTo>
                  <a:pt x="0" y="116603"/>
                </a:lnTo>
                <a:cubicBezTo>
                  <a:pt x="0" y="123053"/>
                  <a:pt x="5211" y="128263"/>
                  <a:pt x="11660" y="128263"/>
                </a:cubicBezTo>
                <a:cubicBezTo>
                  <a:pt x="18110" y="128263"/>
                  <a:pt x="23321" y="123053"/>
                  <a:pt x="23321" y="116603"/>
                </a:cubicBezTo>
                <a:lnTo>
                  <a:pt x="23321" y="81622"/>
                </a:lnTo>
                <a:close/>
                <a:moveTo>
                  <a:pt x="221546" y="69962"/>
                </a:moveTo>
                <a:cubicBezTo>
                  <a:pt x="215096" y="69962"/>
                  <a:pt x="209885" y="75172"/>
                  <a:pt x="209885" y="81622"/>
                </a:cubicBezTo>
                <a:lnTo>
                  <a:pt x="209885" y="116603"/>
                </a:lnTo>
                <a:cubicBezTo>
                  <a:pt x="209885" y="123053"/>
                  <a:pt x="215096" y="128263"/>
                  <a:pt x="221546" y="128263"/>
                </a:cubicBezTo>
                <a:cubicBezTo>
                  <a:pt x="227995" y="128263"/>
                  <a:pt x="233206" y="123053"/>
                  <a:pt x="233206" y="116603"/>
                </a:cubicBezTo>
                <a:lnTo>
                  <a:pt x="233206" y="81622"/>
                </a:lnTo>
                <a:cubicBezTo>
                  <a:pt x="233206" y="75172"/>
                  <a:pt x="227995" y="69962"/>
                  <a:pt x="221546" y="69962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37" name="Text 17"/>
          <p:cNvSpPr/>
          <p:nvPr/>
        </p:nvSpPr>
        <p:spPr>
          <a:xfrm>
            <a:off x="1061553" y="3589507"/>
            <a:ext cx="470142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Automation Prevents Accidents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1061553" y="3888010"/>
            <a:ext cx="4692101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Automatic motor stop and alert systems provide immediate safety intervention without human delay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585813" y="4721252"/>
            <a:ext cx="5205154" cy="970136"/>
          </a:xfrm>
          <a:custGeom>
            <a:avLst/>
            <a:gdLst/>
            <a:ahLst/>
            <a:cxnLst/>
            <a:rect l="l" t="t" r="r" b="b"/>
            <a:pathLst>
              <a:path w="5205154" h="970136">
                <a:moveTo>
                  <a:pt x="37313" y="0"/>
                </a:moveTo>
                <a:lnTo>
                  <a:pt x="5093219" y="0"/>
                </a:lnTo>
                <a:cubicBezTo>
                  <a:pt x="5155039" y="0"/>
                  <a:pt x="5205154" y="50115"/>
                  <a:pt x="5205154" y="111934"/>
                </a:cubicBezTo>
                <a:lnTo>
                  <a:pt x="5205154" y="858202"/>
                </a:lnTo>
                <a:cubicBezTo>
                  <a:pt x="5205154" y="920021"/>
                  <a:pt x="5155039" y="970136"/>
                  <a:pt x="5093219" y="970136"/>
                </a:cubicBez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40" name="Shape 20"/>
          <p:cNvSpPr/>
          <p:nvPr/>
        </p:nvSpPr>
        <p:spPr>
          <a:xfrm>
            <a:off x="585813" y="4721252"/>
            <a:ext cx="37313" cy="970136"/>
          </a:xfrm>
          <a:custGeom>
            <a:avLst/>
            <a:gdLst/>
            <a:ahLst/>
            <a:cxnLst/>
            <a:rect l="l" t="t" r="r" b="b"/>
            <a:pathLst>
              <a:path w="37313" h="970136">
                <a:moveTo>
                  <a:pt x="37313" y="0"/>
                </a:moveTo>
                <a:lnTo>
                  <a:pt x="37313" y="0"/>
                </a:lnTo>
                <a:lnTo>
                  <a:pt x="37313" y="970136"/>
                </a:ln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1" name="Shape 21"/>
          <p:cNvSpPr/>
          <p:nvPr/>
        </p:nvSpPr>
        <p:spPr>
          <a:xfrm>
            <a:off x="728069" y="4870503"/>
            <a:ext cx="209885" cy="186565"/>
          </a:xfrm>
          <a:custGeom>
            <a:avLst/>
            <a:gdLst/>
            <a:ahLst/>
            <a:cxnLst/>
            <a:rect l="l" t="t" r="r" b="b"/>
            <a:pathLst>
              <a:path w="209885" h="186565">
                <a:moveTo>
                  <a:pt x="90367" y="32066"/>
                </a:moveTo>
                <a:lnTo>
                  <a:pt x="119518" y="32066"/>
                </a:lnTo>
                <a:lnTo>
                  <a:pt x="119518" y="49556"/>
                </a:lnTo>
                <a:lnTo>
                  <a:pt x="90367" y="49556"/>
                </a:lnTo>
                <a:lnTo>
                  <a:pt x="90367" y="32066"/>
                </a:lnTo>
                <a:close/>
                <a:moveTo>
                  <a:pt x="87452" y="11660"/>
                </a:moveTo>
                <a:cubicBezTo>
                  <a:pt x="77796" y="11660"/>
                  <a:pt x="69962" y="19495"/>
                  <a:pt x="69962" y="29151"/>
                </a:cubicBezTo>
                <a:lnTo>
                  <a:pt x="69962" y="52471"/>
                </a:lnTo>
                <a:cubicBezTo>
                  <a:pt x="69962" y="62127"/>
                  <a:pt x="77796" y="69962"/>
                  <a:pt x="87452" y="69962"/>
                </a:cubicBezTo>
                <a:lnTo>
                  <a:pt x="93282" y="69962"/>
                </a:lnTo>
                <a:lnTo>
                  <a:pt x="93282" y="81622"/>
                </a:lnTo>
                <a:lnTo>
                  <a:pt x="11660" y="81622"/>
                </a:lnTo>
                <a:cubicBezTo>
                  <a:pt x="5211" y="81622"/>
                  <a:pt x="0" y="86833"/>
                  <a:pt x="0" y="93282"/>
                </a:cubicBezTo>
                <a:cubicBezTo>
                  <a:pt x="0" y="99732"/>
                  <a:pt x="5211" y="104943"/>
                  <a:pt x="11660" y="104943"/>
                </a:cubicBezTo>
                <a:lnTo>
                  <a:pt x="46641" y="104943"/>
                </a:lnTo>
                <a:lnTo>
                  <a:pt x="46641" y="116603"/>
                </a:lnTo>
                <a:lnTo>
                  <a:pt x="40811" y="116603"/>
                </a:lnTo>
                <a:cubicBezTo>
                  <a:pt x="31155" y="116603"/>
                  <a:pt x="23321" y="124437"/>
                  <a:pt x="23321" y="134093"/>
                </a:cubicBezTo>
                <a:lnTo>
                  <a:pt x="23321" y="157414"/>
                </a:lnTo>
                <a:cubicBezTo>
                  <a:pt x="23321" y="167070"/>
                  <a:pt x="31155" y="174904"/>
                  <a:pt x="40811" y="174904"/>
                </a:cubicBezTo>
                <a:lnTo>
                  <a:pt x="75792" y="174904"/>
                </a:lnTo>
                <a:cubicBezTo>
                  <a:pt x="85448" y="174904"/>
                  <a:pt x="93282" y="167070"/>
                  <a:pt x="93282" y="157414"/>
                </a:cubicBezTo>
                <a:lnTo>
                  <a:pt x="93282" y="134093"/>
                </a:lnTo>
                <a:cubicBezTo>
                  <a:pt x="93282" y="124437"/>
                  <a:pt x="85448" y="116603"/>
                  <a:pt x="75792" y="116603"/>
                </a:cubicBezTo>
                <a:lnTo>
                  <a:pt x="69962" y="116603"/>
                </a:lnTo>
                <a:lnTo>
                  <a:pt x="69962" y="104943"/>
                </a:lnTo>
                <a:lnTo>
                  <a:pt x="139923" y="104943"/>
                </a:lnTo>
                <a:lnTo>
                  <a:pt x="139923" y="116603"/>
                </a:lnTo>
                <a:lnTo>
                  <a:pt x="134093" y="116603"/>
                </a:lnTo>
                <a:cubicBezTo>
                  <a:pt x="124437" y="116603"/>
                  <a:pt x="116603" y="124437"/>
                  <a:pt x="116603" y="134093"/>
                </a:cubicBezTo>
                <a:lnTo>
                  <a:pt x="116603" y="157414"/>
                </a:lnTo>
                <a:cubicBezTo>
                  <a:pt x="116603" y="167070"/>
                  <a:pt x="124437" y="174904"/>
                  <a:pt x="134093" y="174904"/>
                </a:cubicBezTo>
                <a:lnTo>
                  <a:pt x="169074" y="174904"/>
                </a:lnTo>
                <a:cubicBezTo>
                  <a:pt x="178730" y="174904"/>
                  <a:pt x="186565" y="167070"/>
                  <a:pt x="186565" y="157414"/>
                </a:cubicBezTo>
                <a:lnTo>
                  <a:pt x="186565" y="134093"/>
                </a:lnTo>
                <a:cubicBezTo>
                  <a:pt x="186565" y="124437"/>
                  <a:pt x="178730" y="116603"/>
                  <a:pt x="169074" y="116603"/>
                </a:cubicBezTo>
                <a:lnTo>
                  <a:pt x="163244" y="116603"/>
                </a:lnTo>
                <a:lnTo>
                  <a:pt x="163244" y="104943"/>
                </a:lnTo>
                <a:lnTo>
                  <a:pt x="198225" y="104943"/>
                </a:lnTo>
                <a:cubicBezTo>
                  <a:pt x="204675" y="104943"/>
                  <a:pt x="209885" y="99732"/>
                  <a:pt x="209885" y="93282"/>
                </a:cubicBezTo>
                <a:cubicBezTo>
                  <a:pt x="209885" y="86833"/>
                  <a:pt x="204675" y="81622"/>
                  <a:pt x="198225" y="81622"/>
                </a:cubicBezTo>
                <a:lnTo>
                  <a:pt x="116603" y="81622"/>
                </a:lnTo>
                <a:lnTo>
                  <a:pt x="116603" y="69962"/>
                </a:lnTo>
                <a:lnTo>
                  <a:pt x="122433" y="69962"/>
                </a:lnTo>
                <a:cubicBezTo>
                  <a:pt x="132089" y="69962"/>
                  <a:pt x="139923" y="62127"/>
                  <a:pt x="139923" y="52471"/>
                </a:cubicBezTo>
                <a:lnTo>
                  <a:pt x="139923" y="29151"/>
                </a:lnTo>
                <a:cubicBezTo>
                  <a:pt x="139923" y="19495"/>
                  <a:pt x="132089" y="11660"/>
                  <a:pt x="122433" y="11660"/>
                </a:cubicBezTo>
                <a:lnTo>
                  <a:pt x="87452" y="11660"/>
                </a:lnTo>
                <a:close/>
                <a:moveTo>
                  <a:pt x="163244" y="137008"/>
                </a:moveTo>
                <a:lnTo>
                  <a:pt x="166159" y="137008"/>
                </a:lnTo>
                <a:lnTo>
                  <a:pt x="166159" y="154499"/>
                </a:lnTo>
                <a:lnTo>
                  <a:pt x="137008" y="154499"/>
                </a:lnTo>
                <a:lnTo>
                  <a:pt x="137008" y="137008"/>
                </a:lnTo>
                <a:lnTo>
                  <a:pt x="163244" y="137008"/>
                </a:lnTo>
                <a:close/>
                <a:moveTo>
                  <a:pt x="69962" y="137008"/>
                </a:moveTo>
                <a:lnTo>
                  <a:pt x="72877" y="137008"/>
                </a:lnTo>
                <a:lnTo>
                  <a:pt x="72877" y="154499"/>
                </a:lnTo>
                <a:lnTo>
                  <a:pt x="43726" y="154499"/>
                </a:lnTo>
                <a:lnTo>
                  <a:pt x="43726" y="137008"/>
                </a:lnTo>
                <a:lnTo>
                  <a:pt x="69962" y="137008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42" name="Text 22"/>
          <p:cNvSpPr/>
          <p:nvPr/>
        </p:nvSpPr>
        <p:spPr>
          <a:xfrm>
            <a:off x="1061553" y="4833191"/>
            <a:ext cx="470142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AI &amp; IoT Integration Success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 23"/>
          <p:cNvSpPr/>
          <p:nvPr/>
        </p:nvSpPr>
        <p:spPr>
          <a:xfrm>
            <a:off x="1061553" y="5131694"/>
            <a:ext cx="4692101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Seamless combination of computer vision, embedded systems, and hardware control demonstrates practical AI application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6210038" y="1272371"/>
            <a:ext cx="5604402" cy="4708892"/>
          </a:xfrm>
          <a:custGeom>
            <a:avLst/>
            <a:gdLst/>
            <a:ahLst/>
            <a:cxnLst/>
            <a:rect l="l" t="t" r="r" b="b"/>
            <a:pathLst>
              <a:path w="5604402" h="4708892">
                <a:moveTo>
                  <a:pt x="149272" y="0"/>
                </a:moveTo>
                <a:lnTo>
                  <a:pt x="5455130" y="0"/>
                </a:lnTo>
                <a:cubicBezTo>
                  <a:pt x="5537571" y="0"/>
                  <a:pt x="5604402" y="66831"/>
                  <a:pt x="5604402" y="149272"/>
                </a:cubicBezTo>
                <a:lnTo>
                  <a:pt x="5604402" y="4559620"/>
                </a:lnTo>
                <a:cubicBezTo>
                  <a:pt x="5604402" y="4642061"/>
                  <a:pt x="5537571" y="4708892"/>
                  <a:pt x="5455130" y="4708892"/>
                </a:cubicBezTo>
                <a:lnTo>
                  <a:pt x="149272" y="4708892"/>
                </a:lnTo>
                <a:cubicBezTo>
                  <a:pt x="66831" y="4708892"/>
                  <a:pt x="0" y="4642061"/>
                  <a:pt x="0" y="4559620"/>
                </a:cubicBezTo>
                <a:lnTo>
                  <a:pt x="0" y="149272"/>
                </a:lnTo>
                <a:cubicBezTo>
                  <a:pt x="0" y="66831"/>
                  <a:pt x="66831" y="0"/>
                  <a:pt x="149272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4A5C6C">
                <a:alpha val="40000"/>
              </a:srgbClr>
            </a:solidFill>
            <a:prstDash val="solid"/>
          </a:ln>
        </p:spPr>
      </p:sp>
      <p:sp>
        <p:nvSpPr>
          <p:cNvPr id="145" name="Shape 25"/>
          <p:cNvSpPr/>
          <p:nvPr/>
        </p:nvSpPr>
        <p:spPr>
          <a:xfrm>
            <a:off x="6400334" y="1462670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4A5C6C">
              <a:alpha val="30196"/>
            </a:srgbClr>
          </a:solidFill>
          <a:ln/>
        </p:spPr>
      </p:sp>
      <p:sp>
        <p:nvSpPr>
          <p:cNvPr id="146" name="Shape 26"/>
          <p:cNvSpPr/>
          <p:nvPr/>
        </p:nvSpPr>
        <p:spPr>
          <a:xfrm>
            <a:off x="6523933" y="1583937"/>
            <a:ext cx="279847" cy="279847"/>
          </a:xfrm>
          <a:custGeom>
            <a:avLst/>
            <a:gdLst/>
            <a:ahLst/>
            <a:cxnLst/>
            <a:rect l="l" t="t" r="r" b="b"/>
            <a:pathLst>
              <a:path w="279847" h="279847">
                <a:moveTo>
                  <a:pt x="69962" y="174904"/>
                </a:moveTo>
                <a:lnTo>
                  <a:pt x="13391" y="174904"/>
                </a:lnTo>
                <a:cubicBezTo>
                  <a:pt x="-219" y="174904"/>
                  <a:pt x="-8581" y="160092"/>
                  <a:pt x="-1585" y="148395"/>
                </a:cubicBezTo>
                <a:lnTo>
                  <a:pt x="27329" y="100187"/>
                </a:lnTo>
                <a:cubicBezTo>
                  <a:pt x="32084" y="92262"/>
                  <a:pt x="40611" y="87452"/>
                  <a:pt x="49848" y="87452"/>
                </a:cubicBezTo>
                <a:lnTo>
                  <a:pt x="101772" y="87452"/>
                </a:lnTo>
                <a:cubicBezTo>
                  <a:pt x="143367" y="16999"/>
                  <a:pt x="205403" y="13446"/>
                  <a:pt x="246888" y="19513"/>
                </a:cubicBezTo>
                <a:cubicBezTo>
                  <a:pt x="253885" y="20551"/>
                  <a:pt x="259350" y="26017"/>
                  <a:pt x="260334" y="32959"/>
                </a:cubicBezTo>
                <a:cubicBezTo>
                  <a:pt x="266401" y="74444"/>
                  <a:pt x="262848" y="136480"/>
                  <a:pt x="192395" y="178075"/>
                </a:cubicBezTo>
                <a:lnTo>
                  <a:pt x="192395" y="229999"/>
                </a:lnTo>
                <a:cubicBezTo>
                  <a:pt x="192395" y="239236"/>
                  <a:pt x="187585" y="247763"/>
                  <a:pt x="179660" y="252518"/>
                </a:cubicBezTo>
                <a:lnTo>
                  <a:pt x="131452" y="281432"/>
                </a:lnTo>
                <a:cubicBezTo>
                  <a:pt x="119809" y="288428"/>
                  <a:pt x="104943" y="280011"/>
                  <a:pt x="104943" y="266456"/>
                </a:cubicBezTo>
                <a:lnTo>
                  <a:pt x="104943" y="209885"/>
                </a:lnTo>
                <a:cubicBezTo>
                  <a:pt x="104943" y="190591"/>
                  <a:pt x="89256" y="174904"/>
                  <a:pt x="69962" y="174904"/>
                </a:cubicBezTo>
                <a:lnTo>
                  <a:pt x="69907" y="174904"/>
                </a:lnTo>
                <a:close/>
                <a:moveTo>
                  <a:pt x="218630" y="87452"/>
                </a:moveTo>
                <a:cubicBezTo>
                  <a:pt x="218630" y="72972"/>
                  <a:pt x="206875" y="61217"/>
                  <a:pt x="192395" y="61217"/>
                </a:cubicBezTo>
                <a:cubicBezTo>
                  <a:pt x="177915" y="61217"/>
                  <a:pt x="166159" y="72972"/>
                  <a:pt x="166159" y="87452"/>
                </a:cubicBezTo>
                <a:cubicBezTo>
                  <a:pt x="166159" y="101932"/>
                  <a:pt x="177915" y="113688"/>
                  <a:pt x="192395" y="113688"/>
                </a:cubicBezTo>
                <a:cubicBezTo>
                  <a:pt x="206875" y="113688"/>
                  <a:pt x="218630" y="101932"/>
                  <a:pt x="218630" y="87452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47" name="Text 27"/>
          <p:cNvSpPr/>
          <p:nvPr/>
        </p:nvSpPr>
        <p:spPr>
          <a:xfrm>
            <a:off x="7071966" y="1555952"/>
            <a:ext cx="1791021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Future Scope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6418990" y="2134302"/>
            <a:ext cx="5205154" cy="970136"/>
          </a:xfrm>
          <a:custGeom>
            <a:avLst/>
            <a:gdLst/>
            <a:ahLst/>
            <a:cxnLst/>
            <a:rect l="l" t="t" r="r" b="b"/>
            <a:pathLst>
              <a:path w="5205154" h="970136">
                <a:moveTo>
                  <a:pt x="37313" y="0"/>
                </a:moveTo>
                <a:lnTo>
                  <a:pt x="5093219" y="0"/>
                </a:lnTo>
                <a:cubicBezTo>
                  <a:pt x="5155039" y="0"/>
                  <a:pt x="5205154" y="50115"/>
                  <a:pt x="5205154" y="111934"/>
                </a:cubicBezTo>
                <a:lnTo>
                  <a:pt x="5205154" y="858202"/>
                </a:lnTo>
                <a:cubicBezTo>
                  <a:pt x="5205154" y="920021"/>
                  <a:pt x="5155039" y="970136"/>
                  <a:pt x="5093219" y="970136"/>
                </a:cubicBez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49" name="Shape 29"/>
          <p:cNvSpPr/>
          <p:nvPr/>
        </p:nvSpPr>
        <p:spPr>
          <a:xfrm>
            <a:off x="6418990" y="2134302"/>
            <a:ext cx="37313" cy="970136"/>
          </a:xfrm>
          <a:custGeom>
            <a:avLst/>
            <a:gdLst/>
            <a:ahLst/>
            <a:cxnLst/>
            <a:rect l="l" t="t" r="r" b="b"/>
            <a:pathLst>
              <a:path w="37313" h="970136">
                <a:moveTo>
                  <a:pt x="37313" y="0"/>
                </a:moveTo>
                <a:lnTo>
                  <a:pt x="37313" y="0"/>
                </a:lnTo>
                <a:lnTo>
                  <a:pt x="37313" y="970136"/>
                </a:ln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50" name="Shape 30"/>
          <p:cNvSpPr/>
          <p:nvPr/>
        </p:nvSpPr>
        <p:spPr>
          <a:xfrm>
            <a:off x="6572906" y="2283554"/>
            <a:ext cx="167908" cy="167908"/>
          </a:xfrm>
          <a:custGeom>
            <a:avLst/>
            <a:gdLst/>
            <a:ahLst/>
            <a:cxnLst/>
            <a:rect l="l" t="t" r="r" b="b"/>
            <a:pathLst>
              <a:path w="167908" h="167908">
                <a:moveTo>
                  <a:pt x="48897" y="21251"/>
                </a:moveTo>
                <a:lnTo>
                  <a:pt x="45486" y="31483"/>
                </a:lnTo>
                <a:lnTo>
                  <a:pt x="20989" y="31483"/>
                </a:lnTo>
                <a:cubicBezTo>
                  <a:pt x="9412" y="31483"/>
                  <a:pt x="0" y="40895"/>
                  <a:pt x="0" y="52471"/>
                </a:cubicBezTo>
                <a:lnTo>
                  <a:pt x="0" y="136425"/>
                </a:lnTo>
                <a:cubicBezTo>
                  <a:pt x="0" y="148002"/>
                  <a:pt x="9412" y="157414"/>
                  <a:pt x="20989" y="157414"/>
                </a:cubicBezTo>
                <a:lnTo>
                  <a:pt x="146920" y="157414"/>
                </a:lnTo>
                <a:cubicBezTo>
                  <a:pt x="158496" y="157414"/>
                  <a:pt x="167908" y="148002"/>
                  <a:pt x="167908" y="136425"/>
                </a:cubicBezTo>
                <a:lnTo>
                  <a:pt x="167908" y="52471"/>
                </a:lnTo>
                <a:cubicBezTo>
                  <a:pt x="167908" y="40895"/>
                  <a:pt x="158496" y="31483"/>
                  <a:pt x="146920" y="31483"/>
                </a:cubicBezTo>
                <a:lnTo>
                  <a:pt x="122422" y="31483"/>
                </a:lnTo>
                <a:lnTo>
                  <a:pt x="119011" y="21251"/>
                </a:lnTo>
                <a:cubicBezTo>
                  <a:pt x="116880" y="14823"/>
                  <a:pt x="110878" y="10494"/>
                  <a:pt x="104090" y="10494"/>
                </a:cubicBezTo>
                <a:lnTo>
                  <a:pt x="63818" y="10494"/>
                </a:lnTo>
                <a:cubicBezTo>
                  <a:pt x="57030" y="10494"/>
                  <a:pt x="51028" y="14823"/>
                  <a:pt x="48897" y="21251"/>
                </a:cubicBezTo>
                <a:close/>
                <a:moveTo>
                  <a:pt x="83954" y="62966"/>
                </a:moveTo>
                <a:cubicBezTo>
                  <a:pt x="101330" y="62966"/>
                  <a:pt x="115437" y="77073"/>
                  <a:pt x="115437" y="94448"/>
                </a:cubicBezTo>
                <a:cubicBezTo>
                  <a:pt x="115437" y="111824"/>
                  <a:pt x="101330" y="125931"/>
                  <a:pt x="83954" y="125931"/>
                </a:cubicBezTo>
                <a:cubicBezTo>
                  <a:pt x="66578" y="125931"/>
                  <a:pt x="52471" y="111824"/>
                  <a:pt x="52471" y="94448"/>
                </a:cubicBezTo>
                <a:cubicBezTo>
                  <a:pt x="52471" y="77073"/>
                  <a:pt x="66578" y="62966"/>
                  <a:pt x="83954" y="62966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51" name="Text 31"/>
          <p:cNvSpPr/>
          <p:nvPr/>
        </p:nvSpPr>
        <p:spPr>
          <a:xfrm>
            <a:off x="6871409" y="2246241"/>
            <a:ext cx="4720086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ESP32-CAM Integration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 32"/>
          <p:cNvSpPr/>
          <p:nvPr/>
        </p:nvSpPr>
        <p:spPr>
          <a:xfrm>
            <a:off x="6871409" y="2544745"/>
            <a:ext cx="471075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Built-in camera module for standalone operation without external computer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6418990" y="3179064"/>
            <a:ext cx="5205154" cy="746259"/>
          </a:xfrm>
          <a:custGeom>
            <a:avLst/>
            <a:gdLst/>
            <a:ahLst/>
            <a:cxnLst/>
            <a:rect l="l" t="t" r="r" b="b"/>
            <a:pathLst>
              <a:path w="5205154" h="746259">
                <a:moveTo>
                  <a:pt x="37313" y="0"/>
                </a:moveTo>
                <a:lnTo>
                  <a:pt x="5093215" y="0"/>
                </a:lnTo>
                <a:cubicBezTo>
                  <a:pt x="5155037" y="0"/>
                  <a:pt x="5205154" y="50117"/>
                  <a:pt x="5205154" y="111939"/>
                </a:cubicBezTo>
                <a:lnTo>
                  <a:pt x="5205154" y="634320"/>
                </a:lnTo>
                <a:cubicBezTo>
                  <a:pt x="5205154" y="696142"/>
                  <a:pt x="5155037" y="746259"/>
                  <a:pt x="5093215" y="746259"/>
                </a:cubicBezTo>
                <a:lnTo>
                  <a:pt x="37313" y="746259"/>
                </a:lnTo>
                <a:cubicBezTo>
                  <a:pt x="16719" y="746259"/>
                  <a:pt x="0" y="729539"/>
                  <a:pt x="0" y="70894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54" name="Shape 34"/>
          <p:cNvSpPr/>
          <p:nvPr/>
        </p:nvSpPr>
        <p:spPr>
          <a:xfrm>
            <a:off x="6418990" y="3179064"/>
            <a:ext cx="37313" cy="746259"/>
          </a:xfrm>
          <a:custGeom>
            <a:avLst/>
            <a:gdLst/>
            <a:ahLst/>
            <a:cxnLst/>
            <a:rect l="l" t="t" r="r" b="b"/>
            <a:pathLst>
              <a:path w="37313" h="746259">
                <a:moveTo>
                  <a:pt x="37313" y="0"/>
                </a:moveTo>
                <a:lnTo>
                  <a:pt x="37313" y="0"/>
                </a:lnTo>
                <a:lnTo>
                  <a:pt x="37313" y="746259"/>
                </a:lnTo>
                <a:lnTo>
                  <a:pt x="37313" y="746259"/>
                </a:lnTo>
                <a:cubicBezTo>
                  <a:pt x="16719" y="746259"/>
                  <a:pt x="0" y="729539"/>
                  <a:pt x="0" y="70894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55" name="Shape 35"/>
          <p:cNvSpPr/>
          <p:nvPr/>
        </p:nvSpPr>
        <p:spPr>
          <a:xfrm>
            <a:off x="6562412" y="3328316"/>
            <a:ext cx="188897" cy="167908"/>
          </a:xfrm>
          <a:custGeom>
            <a:avLst/>
            <a:gdLst/>
            <a:ahLst/>
            <a:cxnLst/>
            <a:rect l="l" t="t" r="r" b="b"/>
            <a:pathLst>
              <a:path w="188897" h="167908">
                <a:moveTo>
                  <a:pt x="0" y="110190"/>
                </a:moveTo>
                <a:cubicBezTo>
                  <a:pt x="0" y="136261"/>
                  <a:pt x="21152" y="157414"/>
                  <a:pt x="47224" y="157414"/>
                </a:cubicBezTo>
                <a:lnTo>
                  <a:pt x="146920" y="157414"/>
                </a:lnTo>
                <a:cubicBezTo>
                  <a:pt x="170105" y="157414"/>
                  <a:pt x="188897" y="138623"/>
                  <a:pt x="188897" y="115437"/>
                </a:cubicBezTo>
                <a:cubicBezTo>
                  <a:pt x="188897" y="98515"/>
                  <a:pt x="178894" y="83921"/>
                  <a:pt x="164465" y="77297"/>
                </a:cubicBezTo>
                <a:cubicBezTo>
                  <a:pt x="166662" y="73001"/>
                  <a:pt x="167908" y="68114"/>
                  <a:pt x="167908" y="62966"/>
                </a:cubicBezTo>
                <a:cubicBezTo>
                  <a:pt x="167908" y="45584"/>
                  <a:pt x="153807" y="31483"/>
                  <a:pt x="136425" y="31483"/>
                </a:cubicBezTo>
                <a:cubicBezTo>
                  <a:pt x="130621" y="31483"/>
                  <a:pt x="125210" y="33057"/>
                  <a:pt x="120553" y="35779"/>
                </a:cubicBezTo>
                <a:cubicBezTo>
                  <a:pt x="112649" y="20759"/>
                  <a:pt x="96875" y="10494"/>
                  <a:pt x="78707" y="10494"/>
                </a:cubicBezTo>
                <a:cubicBezTo>
                  <a:pt x="52635" y="10494"/>
                  <a:pt x="31483" y="31647"/>
                  <a:pt x="31483" y="57718"/>
                </a:cubicBezTo>
                <a:cubicBezTo>
                  <a:pt x="31483" y="60342"/>
                  <a:pt x="31712" y="62933"/>
                  <a:pt x="32106" y="65425"/>
                </a:cubicBezTo>
                <a:cubicBezTo>
                  <a:pt x="13446" y="71722"/>
                  <a:pt x="0" y="89398"/>
                  <a:pt x="0" y="11019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56" name="Text 36"/>
          <p:cNvSpPr/>
          <p:nvPr/>
        </p:nvSpPr>
        <p:spPr>
          <a:xfrm>
            <a:off x="6871409" y="3291003"/>
            <a:ext cx="4710757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Cloud Monitoring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6871409" y="3589507"/>
            <a:ext cx="470142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Remote data logging and fleet management through IoT cloud platforms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Shape 38"/>
          <p:cNvSpPr/>
          <p:nvPr/>
        </p:nvSpPr>
        <p:spPr>
          <a:xfrm>
            <a:off x="6418990" y="3999949"/>
            <a:ext cx="5205154" cy="746259"/>
          </a:xfrm>
          <a:custGeom>
            <a:avLst/>
            <a:gdLst/>
            <a:ahLst/>
            <a:cxnLst/>
            <a:rect l="l" t="t" r="r" b="b"/>
            <a:pathLst>
              <a:path w="5205154" h="746259">
                <a:moveTo>
                  <a:pt x="37313" y="0"/>
                </a:moveTo>
                <a:lnTo>
                  <a:pt x="5093215" y="0"/>
                </a:lnTo>
                <a:cubicBezTo>
                  <a:pt x="5155037" y="0"/>
                  <a:pt x="5205154" y="50117"/>
                  <a:pt x="5205154" y="111939"/>
                </a:cubicBezTo>
                <a:lnTo>
                  <a:pt x="5205154" y="634320"/>
                </a:lnTo>
                <a:cubicBezTo>
                  <a:pt x="5205154" y="696142"/>
                  <a:pt x="5155037" y="746259"/>
                  <a:pt x="5093215" y="746259"/>
                </a:cubicBezTo>
                <a:lnTo>
                  <a:pt x="37313" y="746259"/>
                </a:lnTo>
                <a:cubicBezTo>
                  <a:pt x="16719" y="746259"/>
                  <a:pt x="0" y="729539"/>
                  <a:pt x="0" y="70894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59" name="Shape 39"/>
          <p:cNvSpPr/>
          <p:nvPr/>
        </p:nvSpPr>
        <p:spPr>
          <a:xfrm>
            <a:off x="6418990" y="3999949"/>
            <a:ext cx="37313" cy="746259"/>
          </a:xfrm>
          <a:custGeom>
            <a:avLst/>
            <a:gdLst/>
            <a:ahLst/>
            <a:cxnLst/>
            <a:rect l="l" t="t" r="r" b="b"/>
            <a:pathLst>
              <a:path w="37313" h="746259">
                <a:moveTo>
                  <a:pt x="37313" y="0"/>
                </a:moveTo>
                <a:lnTo>
                  <a:pt x="37313" y="0"/>
                </a:lnTo>
                <a:lnTo>
                  <a:pt x="37313" y="746259"/>
                </a:lnTo>
                <a:lnTo>
                  <a:pt x="37313" y="746259"/>
                </a:lnTo>
                <a:cubicBezTo>
                  <a:pt x="16719" y="746259"/>
                  <a:pt x="0" y="729539"/>
                  <a:pt x="0" y="708946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60" name="Shape 40"/>
          <p:cNvSpPr/>
          <p:nvPr/>
        </p:nvSpPr>
        <p:spPr>
          <a:xfrm>
            <a:off x="6593894" y="4149201"/>
            <a:ext cx="125931" cy="167908"/>
          </a:xfrm>
          <a:custGeom>
            <a:avLst/>
            <a:gdLst/>
            <a:ahLst/>
            <a:cxnLst/>
            <a:rect l="l" t="t" r="r" b="b"/>
            <a:pathLst>
              <a:path w="125931" h="167908">
                <a:moveTo>
                  <a:pt x="5247" y="20989"/>
                </a:moveTo>
                <a:cubicBezTo>
                  <a:pt x="5247" y="9412"/>
                  <a:pt x="14659" y="0"/>
                  <a:pt x="26236" y="0"/>
                </a:cubicBezTo>
                <a:lnTo>
                  <a:pt x="99695" y="0"/>
                </a:lnTo>
                <a:cubicBezTo>
                  <a:pt x="111272" y="0"/>
                  <a:pt x="120684" y="9412"/>
                  <a:pt x="120684" y="20989"/>
                </a:cubicBezTo>
                <a:lnTo>
                  <a:pt x="120684" y="146920"/>
                </a:lnTo>
                <a:cubicBezTo>
                  <a:pt x="120684" y="158496"/>
                  <a:pt x="111272" y="167908"/>
                  <a:pt x="99695" y="167908"/>
                </a:cubicBezTo>
                <a:lnTo>
                  <a:pt x="26236" y="167908"/>
                </a:lnTo>
                <a:cubicBezTo>
                  <a:pt x="14659" y="167908"/>
                  <a:pt x="5247" y="158496"/>
                  <a:pt x="5247" y="146920"/>
                </a:cubicBezTo>
                <a:lnTo>
                  <a:pt x="5247" y="20989"/>
                </a:lnTo>
                <a:close/>
                <a:moveTo>
                  <a:pt x="26236" y="20989"/>
                </a:moveTo>
                <a:lnTo>
                  <a:pt x="26236" y="120684"/>
                </a:lnTo>
                <a:lnTo>
                  <a:pt x="99695" y="120684"/>
                </a:lnTo>
                <a:lnTo>
                  <a:pt x="99695" y="20989"/>
                </a:lnTo>
                <a:lnTo>
                  <a:pt x="26236" y="20989"/>
                </a:lnTo>
                <a:close/>
                <a:moveTo>
                  <a:pt x="62966" y="154790"/>
                </a:moveTo>
                <a:cubicBezTo>
                  <a:pt x="68770" y="154790"/>
                  <a:pt x="73460" y="150101"/>
                  <a:pt x="73460" y="144296"/>
                </a:cubicBezTo>
                <a:cubicBezTo>
                  <a:pt x="73460" y="138491"/>
                  <a:pt x="68770" y="133802"/>
                  <a:pt x="62966" y="133802"/>
                </a:cubicBezTo>
                <a:cubicBezTo>
                  <a:pt x="57161" y="133802"/>
                  <a:pt x="52471" y="138491"/>
                  <a:pt x="52471" y="144296"/>
                </a:cubicBezTo>
                <a:cubicBezTo>
                  <a:pt x="52471" y="150101"/>
                  <a:pt x="57161" y="154790"/>
                  <a:pt x="62966" y="15479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61" name="Text 41"/>
          <p:cNvSpPr/>
          <p:nvPr/>
        </p:nvSpPr>
        <p:spPr>
          <a:xfrm>
            <a:off x="6871409" y="4111888"/>
            <a:ext cx="4309643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Mobile App Alerts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6871409" y="4410391"/>
            <a:ext cx="4300315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Real-time notifications to fleet managers and emergency contacts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Shape 43"/>
          <p:cNvSpPr/>
          <p:nvPr/>
        </p:nvSpPr>
        <p:spPr>
          <a:xfrm>
            <a:off x="6418990" y="4820833"/>
            <a:ext cx="5205154" cy="970136"/>
          </a:xfrm>
          <a:custGeom>
            <a:avLst/>
            <a:gdLst/>
            <a:ahLst/>
            <a:cxnLst/>
            <a:rect l="l" t="t" r="r" b="b"/>
            <a:pathLst>
              <a:path w="5205154" h="970136">
                <a:moveTo>
                  <a:pt x="37313" y="0"/>
                </a:moveTo>
                <a:lnTo>
                  <a:pt x="5093219" y="0"/>
                </a:lnTo>
                <a:cubicBezTo>
                  <a:pt x="5155039" y="0"/>
                  <a:pt x="5205154" y="50115"/>
                  <a:pt x="5205154" y="111934"/>
                </a:cubicBezTo>
                <a:lnTo>
                  <a:pt x="5205154" y="858202"/>
                </a:lnTo>
                <a:cubicBezTo>
                  <a:pt x="5205154" y="920021"/>
                  <a:pt x="5155039" y="970136"/>
                  <a:pt x="5093219" y="970136"/>
                </a:cubicBez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chemeClr val="tx2"/>
          </a:solidFill>
          <a:ln/>
        </p:spPr>
      </p:sp>
      <p:sp>
        <p:nvSpPr>
          <p:cNvPr id="164" name="Shape 44"/>
          <p:cNvSpPr/>
          <p:nvPr/>
        </p:nvSpPr>
        <p:spPr>
          <a:xfrm>
            <a:off x="6418990" y="4820833"/>
            <a:ext cx="37313" cy="970136"/>
          </a:xfrm>
          <a:custGeom>
            <a:avLst/>
            <a:gdLst/>
            <a:ahLst/>
            <a:cxnLst/>
            <a:rect l="l" t="t" r="r" b="b"/>
            <a:pathLst>
              <a:path w="37313" h="970136">
                <a:moveTo>
                  <a:pt x="37313" y="0"/>
                </a:moveTo>
                <a:lnTo>
                  <a:pt x="37313" y="0"/>
                </a:lnTo>
                <a:lnTo>
                  <a:pt x="37313" y="970136"/>
                </a:lnTo>
                <a:lnTo>
                  <a:pt x="37313" y="970136"/>
                </a:lnTo>
                <a:cubicBezTo>
                  <a:pt x="16706" y="970136"/>
                  <a:pt x="0" y="953431"/>
                  <a:pt x="0" y="932823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4A5C6C"/>
          </a:solidFill>
          <a:ln/>
        </p:spPr>
      </p:sp>
      <p:sp>
        <p:nvSpPr>
          <p:cNvPr id="165" name="Shape 45"/>
          <p:cNvSpPr/>
          <p:nvPr/>
        </p:nvSpPr>
        <p:spPr>
          <a:xfrm>
            <a:off x="6572906" y="4970085"/>
            <a:ext cx="167908" cy="167908"/>
          </a:xfrm>
          <a:custGeom>
            <a:avLst/>
            <a:gdLst/>
            <a:ahLst/>
            <a:cxnLst/>
            <a:rect l="l" t="t" r="r" b="b"/>
            <a:pathLst>
              <a:path w="167908" h="167908">
                <a:moveTo>
                  <a:pt x="44338" y="38501"/>
                </a:moveTo>
                <a:lnTo>
                  <a:pt x="35779" y="62966"/>
                </a:lnTo>
                <a:lnTo>
                  <a:pt x="132129" y="62966"/>
                </a:lnTo>
                <a:lnTo>
                  <a:pt x="123570" y="38501"/>
                </a:lnTo>
                <a:cubicBezTo>
                  <a:pt x="122094" y="34303"/>
                  <a:pt x="118126" y="31483"/>
                  <a:pt x="113666" y="31483"/>
                </a:cubicBezTo>
                <a:lnTo>
                  <a:pt x="54242" y="31483"/>
                </a:lnTo>
                <a:cubicBezTo>
                  <a:pt x="49782" y="31483"/>
                  <a:pt x="45814" y="34303"/>
                  <a:pt x="44338" y="38501"/>
                </a:cubicBezTo>
                <a:close/>
                <a:moveTo>
                  <a:pt x="12987" y="64540"/>
                </a:moveTo>
                <a:lnTo>
                  <a:pt x="24530" y="31581"/>
                </a:lnTo>
                <a:cubicBezTo>
                  <a:pt x="28958" y="18955"/>
                  <a:pt x="40862" y="10494"/>
                  <a:pt x="54242" y="10494"/>
                </a:cubicBezTo>
                <a:lnTo>
                  <a:pt x="113666" y="10494"/>
                </a:lnTo>
                <a:cubicBezTo>
                  <a:pt x="127046" y="10494"/>
                  <a:pt x="138951" y="18955"/>
                  <a:pt x="143378" y="31581"/>
                </a:cubicBezTo>
                <a:lnTo>
                  <a:pt x="154922" y="64540"/>
                </a:lnTo>
                <a:cubicBezTo>
                  <a:pt x="162530" y="67688"/>
                  <a:pt x="167908" y="75198"/>
                  <a:pt x="167908" y="83954"/>
                </a:cubicBezTo>
                <a:lnTo>
                  <a:pt x="167908" y="146920"/>
                </a:lnTo>
                <a:cubicBezTo>
                  <a:pt x="167908" y="152724"/>
                  <a:pt x="163219" y="157414"/>
                  <a:pt x="157414" y="157414"/>
                </a:cubicBezTo>
                <a:lnTo>
                  <a:pt x="146920" y="157414"/>
                </a:lnTo>
                <a:cubicBezTo>
                  <a:pt x="141115" y="157414"/>
                  <a:pt x="136425" y="152724"/>
                  <a:pt x="136425" y="146920"/>
                </a:cubicBezTo>
                <a:lnTo>
                  <a:pt x="136425" y="136425"/>
                </a:lnTo>
                <a:lnTo>
                  <a:pt x="31483" y="136425"/>
                </a:lnTo>
                <a:lnTo>
                  <a:pt x="31483" y="146920"/>
                </a:lnTo>
                <a:cubicBezTo>
                  <a:pt x="31483" y="152724"/>
                  <a:pt x="26793" y="157414"/>
                  <a:pt x="20989" y="157414"/>
                </a:cubicBezTo>
                <a:lnTo>
                  <a:pt x="10494" y="157414"/>
                </a:lnTo>
                <a:cubicBezTo>
                  <a:pt x="4690" y="157414"/>
                  <a:pt x="0" y="152724"/>
                  <a:pt x="0" y="146920"/>
                </a:cubicBezTo>
                <a:lnTo>
                  <a:pt x="0" y="83954"/>
                </a:lnTo>
                <a:cubicBezTo>
                  <a:pt x="0" y="75198"/>
                  <a:pt x="5378" y="67688"/>
                  <a:pt x="12987" y="64540"/>
                </a:cubicBezTo>
                <a:close/>
                <a:moveTo>
                  <a:pt x="41977" y="99695"/>
                </a:moveTo>
                <a:cubicBezTo>
                  <a:pt x="41977" y="93904"/>
                  <a:pt x="37275" y="89201"/>
                  <a:pt x="31483" y="89201"/>
                </a:cubicBezTo>
                <a:cubicBezTo>
                  <a:pt x="25691" y="89201"/>
                  <a:pt x="20989" y="93904"/>
                  <a:pt x="20989" y="99695"/>
                </a:cubicBezTo>
                <a:cubicBezTo>
                  <a:pt x="20989" y="105487"/>
                  <a:pt x="25691" y="110190"/>
                  <a:pt x="31483" y="110190"/>
                </a:cubicBezTo>
                <a:cubicBezTo>
                  <a:pt x="37275" y="110190"/>
                  <a:pt x="41977" y="105487"/>
                  <a:pt x="41977" y="99695"/>
                </a:cubicBezTo>
                <a:close/>
                <a:moveTo>
                  <a:pt x="136425" y="110190"/>
                </a:moveTo>
                <a:cubicBezTo>
                  <a:pt x="142217" y="110190"/>
                  <a:pt x="146920" y="105487"/>
                  <a:pt x="146920" y="99695"/>
                </a:cubicBezTo>
                <a:cubicBezTo>
                  <a:pt x="146920" y="93904"/>
                  <a:pt x="142217" y="89201"/>
                  <a:pt x="136425" y="89201"/>
                </a:cubicBezTo>
                <a:cubicBezTo>
                  <a:pt x="130633" y="89201"/>
                  <a:pt x="125931" y="93904"/>
                  <a:pt x="125931" y="99695"/>
                </a:cubicBezTo>
                <a:cubicBezTo>
                  <a:pt x="125931" y="105487"/>
                  <a:pt x="130633" y="110190"/>
                  <a:pt x="136425" y="11019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66" name="Text 46"/>
          <p:cNvSpPr/>
          <p:nvPr/>
        </p:nvSpPr>
        <p:spPr>
          <a:xfrm>
            <a:off x="6871409" y="4932772"/>
            <a:ext cx="4720086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chemeClr val="tx1"/>
                </a:solidFill>
                <a:latin typeface="Times New Roman" panose="02020603050405020304" pitchFamily="18" charset="0"/>
                <a:ea typeface="Liter" pitchFamily="34" charset="-122"/>
                <a:cs typeface="Times New Roman" panose="02020603050405020304" pitchFamily="18" charset="0"/>
              </a:rPr>
              <a:t>Real Vehicle Integration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 47"/>
          <p:cNvSpPr/>
          <p:nvPr/>
        </p:nvSpPr>
        <p:spPr>
          <a:xfrm>
            <a:off x="6871409" y="5231276"/>
            <a:ext cx="471075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Direct connection to vehicle braking and steering systems for enhanced safety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Shape 48"/>
          <p:cNvSpPr/>
          <p:nvPr/>
        </p:nvSpPr>
        <p:spPr>
          <a:xfrm>
            <a:off x="4294135" y="6137978"/>
            <a:ext cx="3598832" cy="492531"/>
          </a:xfrm>
          <a:custGeom>
            <a:avLst/>
            <a:gdLst/>
            <a:ahLst/>
            <a:cxnLst/>
            <a:rect l="l" t="t" r="r" b="b"/>
            <a:pathLst>
              <a:path w="3598832" h="492531">
                <a:moveTo>
                  <a:pt x="111937" y="0"/>
                </a:moveTo>
                <a:lnTo>
                  <a:pt x="3486895" y="0"/>
                </a:lnTo>
                <a:cubicBezTo>
                  <a:pt x="3548716" y="0"/>
                  <a:pt x="3598832" y="50116"/>
                  <a:pt x="3598832" y="111937"/>
                </a:cubicBezTo>
                <a:lnTo>
                  <a:pt x="3598832" y="380593"/>
                </a:lnTo>
                <a:cubicBezTo>
                  <a:pt x="3598832" y="442415"/>
                  <a:pt x="3548716" y="492531"/>
                  <a:pt x="3486895" y="492531"/>
                </a:cubicBezTo>
                <a:lnTo>
                  <a:pt x="111937" y="492531"/>
                </a:lnTo>
                <a:cubicBezTo>
                  <a:pt x="50157" y="492531"/>
                  <a:pt x="0" y="442373"/>
                  <a:pt x="0" y="380593"/>
                </a:cubicBezTo>
                <a:lnTo>
                  <a:pt x="0" y="111937"/>
                </a:lnTo>
                <a:cubicBezTo>
                  <a:pt x="0" y="50157"/>
                  <a:pt x="50157" y="0"/>
                  <a:pt x="111937" y="0"/>
                </a:cubicBezTo>
                <a:close/>
              </a:path>
            </a:pathLst>
          </a:custGeom>
          <a:solidFill>
            <a:schemeClr val="bg1"/>
          </a:solidFill>
          <a:ln w="10160">
            <a:solidFill>
              <a:srgbClr val="F2AA4C">
                <a:alpha val="40000"/>
              </a:srgbClr>
            </a:solidFill>
            <a:prstDash val="solid"/>
          </a:ln>
        </p:spPr>
      </p:sp>
      <p:sp>
        <p:nvSpPr>
          <p:cNvPr id="169" name="Shape 49"/>
          <p:cNvSpPr/>
          <p:nvPr/>
        </p:nvSpPr>
        <p:spPr>
          <a:xfrm>
            <a:off x="4631351" y="6276038"/>
            <a:ext cx="163244" cy="186565"/>
          </a:xfrm>
          <a:custGeom>
            <a:avLst/>
            <a:gdLst/>
            <a:ahLst/>
            <a:cxnLst/>
            <a:rect l="l" t="t" r="r" b="b"/>
            <a:pathLst>
              <a:path w="163244" h="186565">
                <a:moveTo>
                  <a:pt x="0" y="78707"/>
                </a:moveTo>
                <a:cubicBezTo>
                  <a:pt x="0" y="54548"/>
                  <a:pt x="19567" y="34981"/>
                  <a:pt x="43726" y="34981"/>
                </a:cubicBezTo>
                <a:lnTo>
                  <a:pt x="46641" y="34981"/>
                </a:lnTo>
                <a:cubicBezTo>
                  <a:pt x="53091" y="34981"/>
                  <a:pt x="58301" y="40192"/>
                  <a:pt x="58301" y="46641"/>
                </a:cubicBezTo>
                <a:cubicBezTo>
                  <a:pt x="58301" y="53091"/>
                  <a:pt x="53091" y="58301"/>
                  <a:pt x="46641" y="58301"/>
                </a:cubicBezTo>
                <a:lnTo>
                  <a:pt x="43726" y="58301"/>
                </a:lnTo>
                <a:cubicBezTo>
                  <a:pt x="32467" y="58301"/>
                  <a:pt x="23321" y="67447"/>
                  <a:pt x="23321" y="78707"/>
                </a:cubicBezTo>
                <a:lnTo>
                  <a:pt x="23321" y="81622"/>
                </a:lnTo>
                <a:lnTo>
                  <a:pt x="46641" y="81622"/>
                </a:lnTo>
                <a:cubicBezTo>
                  <a:pt x="59504" y="81622"/>
                  <a:pt x="69962" y="92080"/>
                  <a:pt x="69962" y="104943"/>
                </a:cubicBezTo>
                <a:lnTo>
                  <a:pt x="69962" y="128263"/>
                </a:lnTo>
                <a:cubicBezTo>
                  <a:pt x="69962" y="141126"/>
                  <a:pt x="59504" y="151584"/>
                  <a:pt x="46641" y="151584"/>
                </a:cubicBezTo>
                <a:lnTo>
                  <a:pt x="23321" y="151584"/>
                </a:lnTo>
                <a:cubicBezTo>
                  <a:pt x="10458" y="151584"/>
                  <a:pt x="0" y="141126"/>
                  <a:pt x="0" y="128263"/>
                </a:cubicBezTo>
                <a:lnTo>
                  <a:pt x="0" y="78707"/>
                </a:lnTo>
                <a:close/>
                <a:moveTo>
                  <a:pt x="93282" y="78707"/>
                </a:moveTo>
                <a:cubicBezTo>
                  <a:pt x="93282" y="54548"/>
                  <a:pt x="112850" y="34981"/>
                  <a:pt x="137008" y="34981"/>
                </a:cubicBezTo>
                <a:lnTo>
                  <a:pt x="139923" y="34981"/>
                </a:lnTo>
                <a:cubicBezTo>
                  <a:pt x="146373" y="34981"/>
                  <a:pt x="151584" y="40192"/>
                  <a:pt x="151584" y="46641"/>
                </a:cubicBezTo>
                <a:cubicBezTo>
                  <a:pt x="151584" y="53091"/>
                  <a:pt x="146373" y="58301"/>
                  <a:pt x="139923" y="58301"/>
                </a:cubicBezTo>
                <a:lnTo>
                  <a:pt x="137008" y="58301"/>
                </a:lnTo>
                <a:cubicBezTo>
                  <a:pt x="125749" y="58301"/>
                  <a:pt x="116603" y="67447"/>
                  <a:pt x="116603" y="78707"/>
                </a:cubicBezTo>
                <a:lnTo>
                  <a:pt x="116603" y="81622"/>
                </a:lnTo>
                <a:lnTo>
                  <a:pt x="139923" y="81622"/>
                </a:lnTo>
                <a:cubicBezTo>
                  <a:pt x="152786" y="81622"/>
                  <a:pt x="163244" y="92080"/>
                  <a:pt x="163244" y="104943"/>
                </a:cubicBezTo>
                <a:lnTo>
                  <a:pt x="163244" y="128263"/>
                </a:lnTo>
                <a:cubicBezTo>
                  <a:pt x="163244" y="141126"/>
                  <a:pt x="152786" y="151584"/>
                  <a:pt x="139923" y="151584"/>
                </a:cubicBezTo>
                <a:lnTo>
                  <a:pt x="116603" y="151584"/>
                </a:lnTo>
                <a:cubicBezTo>
                  <a:pt x="103740" y="151584"/>
                  <a:pt x="93282" y="141126"/>
                  <a:pt x="93282" y="128263"/>
                </a:cubicBezTo>
                <a:lnTo>
                  <a:pt x="93282" y="78707"/>
                </a:lnTo>
                <a:close/>
              </a:path>
            </a:pathLst>
          </a:custGeom>
          <a:solidFill>
            <a:srgbClr val="F2AA4C"/>
          </a:solidFill>
          <a:ln/>
        </p:spPr>
      </p:sp>
      <p:sp>
        <p:nvSpPr>
          <p:cNvPr id="170" name="Text 50"/>
          <p:cNvSpPr/>
          <p:nvPr/>
        </p:nvSpPr>
        <p:spPr>
          <a:xfrm>
            <a:off x="4865155" y="6253646"/>
            <a:ext cx="2772219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9" b="1" dirty="0">
                <a:solidFill>
                  <a:schemeClr val="tx1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Technology for Safer Roads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1" name="Google Shape;192;p8">
            <a:extLst>
              <a:ext uri="{FF2B5EF4-FFF2-40B4-BE49-F238E27FC236}">
                <a16:creationId xmlns:a16="http://schemas.microsoft.com/office/drawing/2014/main" id="{A2A19A6A-965D-4776-CA0A-3978B7F32E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9347" y="21346"/>
            <a:ext cx="1382594" cy="11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91;p8">
            <a:extLst>
              <a:ext uri="{FF2B5EF4-FFF2-40B4-BE49-F238E27FC236}">
                <a16:creationId xmlns:a16="http://schemas.microsoft.com/office/drawing/2014/main" id="{0FFA9127-560C-00F3-9046-66F77F2EE6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8" y="54669"/>
            <a:ext cx="1003611" cy="1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Footer Placeholder 172">
            <a:extLst>
              <a:ext uri="{FF2B5EF4-FFF2-40B4-BE49-F238E27FC236}">
                <a16:creationId xmlns:a16="http://schemas.microsoft.com/office/drawing/2014/main" id="{A799557A-47CC-C2A0-1707-91F34B23C7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ITA0640</a:t>
            </a:r>
          </a:p>
        </p:txBody>
      </p:sp>
      <p:sp>
        <p:nvSpPr>
          <p:cNvPr id="174" name="Slide Number Placeholder 173">
            <a:extLst>
              <a:ext uri="{FF2B5EF4-FFF2-40B4-BE49-F238E27FC236}">
                <a16:creationId xmlns:a16="http://schemas.microsoft.com/office/drawing/2014/main" id="{D7870971-36D2-7C2F-B801-D76A393546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8953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0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3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6" cy="134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6102" y="2057874"/>
            <a:ext cx="7858920" cy="373155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>
            <a:spLocks noGrp="1"/>
          </p:cNvSpPr>
          <p:nvPr>
            <p:ph type="ftr" idx="11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ITA0640</a:t>
            </a:r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ldNum" idx="12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848</Words>
  <Application>Microsoft Macintosh PowerPoint</Application>
  <PresentationFormat>Widescreen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Liter</vt:lpstr>
      <vt:lpstr>Quattrocento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 PRASAD L S</dc:creator>
  <cp:lastModifiedBy>ad.azeez800@gmail.com</cp:lastModifiedBy>
  <cp:revision>11</cp:revision>
  <dcterms:created xsi:type="dcterms:W3CDTF">2025-11-16T12:01:39Z</dcterms:created>
  <dcterms:modified xsi:type="dcterms:W3CDTF">2026-03-07T08:44:30Z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2025-11-16T00:00:00Z</vt:filetime>
  </property>
</Properties>
</file>